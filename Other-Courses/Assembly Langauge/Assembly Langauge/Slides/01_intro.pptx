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936" r:id="rId1"/>
  </p:sldMasterIdLst>
  <p:notesMasterIdLst>
    <p:notesMasterId r:id="rId22"/>
  </p:notesMasterIdLst>
  <p:handoutMasterIdLst>
    <p:handoutMasterId r:id="rId23"/>
  </p:handoutMasterIdLst>
  <p:sldIdLst>
    <p:sldId id="360" r:id="rId2"/>
    <p:sldId id="361" r:id="rId3"/>
    <p:sldId id="363" r:id="rId4"/>
    <p:sldId id="380" r:id="rId5"/>
    <p:sldId id="379" r:id="rId6"/>
    <p:sldId id="378" r:id="rId7"/>
    <p:sldId id="364" r:id="rId8"/>
    <p:sldId id="365" r:id="rId9"/>
    <p:sldId id="366" r:id="rId10"/>
    <p:sldId id="369" r:id="rId11"/>
    <p:sldId id="370" r:id="rId12"/>
    <p:sldId id="372" r:id="rId13"/>
    <p:sldId id="405" r:id="rId14"/>
    <p:sldId id="404" r:id="rId15"/>
    <p:sldId id="373" r:id="rId16"/>
    <p:sldId id="376" r:id="rId17"/>
    <p:sldId id="377" r:id="rId18"/>
    <p:sldId id="406" r:id="rId19"/>
    <p:sldId id="407" r:id="rId20"/>
    <p:sldId id="408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Macintosh%20HD:Users:droh:class:213-f10:corei7mountain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15"/>
      <c:hPercent val="100"/>
      <c:rotY val="40"/>
      <c:depthPercent val="100"/>
      <c:rAngAx val="0"/>
    </c:view3D>
    <c:floor>
      <c:thickness val="0"/>
      <c:spPr>
        <a:solidFill>
          <a:srgbClr val="C0C0C0"/>
        </a:solidFill>
        <a:ln w="3175">
          <a:solidFill>
            <a:srgbClr val="000000"/>
          </a:solidFill>
          <a:prstDash val="solid"/>
        </a:ln>
      </c:spPr>
    </c:floor>
    <c:sideWall>
      <c:thickness val="0"/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sideWall>
    <c:backWall>
      <c:thickness val="0"/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backWall>
    <c:plotArea>
      <c:layout/>
      <c:surface3DChart>
        <c:wireframe val="0"/>
        <c:ser>
          <c:idx val="0"/>
          <c:order val="0"/>
          <c:tx>
            <c:strRef>
              <c:f>'corei7-mountain-data'!$B$1</c:f>
              <c:strCache>
                <c:ptCount val="1"/>
                <c:pt idx="0">
                  <c:v>64M</c:v>
                </c:pt>
              </c:strCache>
            </c:strRef>
          </c:tx>
          <c:spPr>
            <a:solidFill>
              <a:srgbClr val="9999FF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'corei7-mountain-data'!$B$2:$B$19</c:f>
              <c:numCache>
                <c:formatCode>General</c:formatCode>
                <c:ptCount val="18"/>
                <c:pt idx="0">
                  <c:v>4029.59</c:v>
                </c:pt>
                <c:pt idx="1">
                  <c:v>2752.75</c:v>
                </c:pt>
                <c:pt idx="2">
                  <c:v>2159.29</c:v>
                </c:pt>
                <c:pt idx="3">
                  <c:v>1710.75</c:v>
                </c:pt>
                <c:pt idx="4">
                  <c:v>1391.48</c:v>
                </c:pt>
                <c:pt idx="5">
                  <c:v>1176.29</c:v>
                </c:pt>
                <c:pt idx="6">
                  <c:v>1015.77</c:v>
                </c:pt>
                <c:pt idx="7">
                  <c:v>890.72</c:v>
                </c:pt>
                <c:pt idx="8">
                  <c:v>845.57</c:v>
                </c:pt>
                <c:pt idx="9">
                  <c:v>805.45999999999935</c:v>
                </c:pt>
                <c:pt idx="10">
                  <c:v>773.78</c:v>
                </c:pt>
                <c:pt idx="11">
                  <c:v>757.94</c:v>
                </c:pt>
                <c:pt idx="12">
                  <c:v>727.91</c:v>
                </c:pt>
                <c:pt idx="13">
                  <c:v>712.66</c:v>
                </c:pt>
                <c:pt idx="14">
                  <c:v>705.63</c:v>
                </c:pt>
                <c:pt idx="15">
                  <c:v>701.98</c:v>
                </c:pt>
                <c:pt idx="16">
                  <c:v>598.19000000000005</c:v>
                </c:pt>
                <c:pt idx="17">
                  <c:v>601.22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FD-2944-8919-EC07B1D2BB41}"/>
            </c:ext>
          </c:extLst>
        </c:ser>
        <c:ser>
          <c:idx val="1"/>
          <c:order val="1"/>
          <c:tx>
            <c:strRef>
              <c:f>'corei7-mountain-data'!$C$1</c:f>
              <c:strCache>
                <c:ptCount val="1"/>
                <c:pt idx="0">
                  <c:v>32M</c:v>
                </c:pt>
              </c:strCache>
            </c:strRef>
          </c:tx>
          <c:spPr>
            <a:solidFill>
              <a:srgbClr val="993366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'corei7-mountain-data'!$C$2:$C$19</c:f>
              <c:numCache>
                <c:formatCode>General</c:formatCode>
                <c:ptCount val="18"/>
                <c:pt idx="0">
                  <c:v>4029.36</c:v>
                </c:pt>
                <c:pt idx="1">
                  <c:v>2752.39</c:v>
                </c:pt>
                <c:pt idx="2">
                  <c:v>2160.62</c:v>
                </c:pt>
                <c:pt idx="3">
                  <c:v>1710.98</c:v>
                </c:pt>
                <c:pt idx="4">
                  <c:v>1391.5</c:v>
                </c:pt>
                <c:pt idx="5">
                  <c:v>1176.54</c:v>
                </c:pt>
                <c:pt idx="6">
                  <c:v>1016.71</c:v>
                </c:pt>
                <c:pt idx="7">
                  <c:v>891.8</c:v>
                </c:pt>
                <c:pt idx="8">
                  <c:v>846.98</c:v>
                </c:pt>
                <c:pt idx="9">
                  <c:v>807.22</c:v>
                </c:pt>
                <c:pt idx="10">
                  <c:v>775.18</c:v>
                </c:pt>
                <c:pt idx="11">
                  <c:v>760.41</c:v>
                </c:pt>
                <c:pt idx="12">
                  <c:v>730.74</c:v>
                </c:pt>
                <c:pt idx="13">
                  <c:v>714.98</c:v>
                </c:pt>
                <c:pt idx="14">
                  <c:v>709.26</c:v>
                </c:pt>
                <c:pt idx="15">
                  <c:v>708.88</c:v>
                </c:pt>
                <c:pt idx="16">
                  <c:v>608.99</c:v>
                </c:pt>
                <c:pt idx="17">
                  <c:v>607.39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FD-2944-8919-EC07B1D2BB41}"/>
            </c:ext>
          </c:extLst>
        </c:ser>
        <c:ser>
          <c:idx val="2"/>
          <c:order val="2"/>
          <c:tx>
            <c:strRef>
              <c:f>'corei7-mountain-data'!$D$1</c:f>
              <c:strCache>
                <c:ptCount val="1"/>
                <c:pt idx="0">
                  <c:v>16M</c:v>
                </c:pt>
              </c:strCache>
            </c:strRef>
          </c:tx>
          <c:spPr>
            <a:solidFill>
              <a:srgbClr val="FFFFCC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'corei7-mountain-data'!$D$2:$D$19</c:f>
              <c:numCache>
                <c:formatCode>General</c:formatCode>
                <c:ptCount val="18"/>
                <c:pt idx="0">
                  <c:v>4040.1</c:v>
                </c:pt>
                <c:pt idx="1">
                  <c:v>2788.42</c:v>
                </c:pt>
                <c:pt idx="2">
                  <c:v>2188.92</c:v>
                </c:pt>
                <c:pt idx="3">
                  <c:v>1742.97</c:v>
                </c:pt>
                <c:pt idx="4">
                  <c:v>1421.69</c:v>
                </c:pt>
                <c:pt idx="5">
                  <c:v>1201.31</c:v>
                </c:pt>
                <c:pt idx="6">
                  <c:v>1038.3699999999999</c:v>
                </c:pt>
                <c:pt idx="7">
                  <c:v>911.7</c:v>
                </c:pt>
                <c:pt idx="8">
                  <c:v>870.39</c:v>
                </c:pt>
                <c:pt idx="9">
                  <c:v>835.30999999999938</c:v>
                </c:pt>
                <c:pt idx="10">
                  <c:v>809.25</c:v>
                </c:pt>
                <c:pt idx="11">
                  <c:v>798.05</c:v>
                </c:pt>
                <c:pt idx="12">
                  <c:v>780.28</c:v>
                </c:pt>
                <c:pt idx="13">
                  <c:v>778.37</c:v>
                </c:pt>
                <c:pt idx="14">
                  <c:v>787.2</c:v>
                </c:pt>
                <c:pt idx="15">
                  <c:v>744.13</c:v>
                </c:pt>
                <c:pt idx="16">
                  <c:v>633.53</c:v>
                </c:pt>
                <c:pt idx="17">
                  <c:v>608.85999999999831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FD-2944-8919-EC07B1D2BB41}"/>
            </c:ext>
          </c:extLst>
        </c:ser>
        <c:ser>
          <c:idx val="3"/>
          <c:order val="3"/>
          <c:tx>
            <c:strRef>
              <c:f>'corei7-mountain-data'!$E$1</c:f>
              <c:strCache>
                <c:ptCount val="1"/>
                <c:pt idx="0">
                  <c:v>8M</c:v>
                </c:pt>
              </c:strCache>
            </c:strRef>
          </c:tx>
          <c:spPr>
            <a:solidFill>
              <a:srgbClr val="CCFFFF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'corei7-mountain-data'!$E$2:$E$19</c:f>
              <c:numCache>
                <c:formatCode>General</c:formatCode>
                <c:ptCount val="18"/>
                <c:pt idx="0">
                  <c:v>4374.01</c:v>
                </c:pt>
                <c:pt idx="1">
                  <c:v>3610.74</c:v>
                </c:pt>
                <c:pt idx="2">
                  <c:v>3002.03</c:v>
                </c:pt>
                <c:pt idx="3">
                  <c:v>2492.39</c:v>
                </c:pt>
                <c:pt idx="4">
                  <c:v>2131.04</c:v>
                </c:pt>
                <c:pt idx="5">
                  <c:v>1821.71</c:v>
                </c:pt>
                <c:pt idx="6">
                  <c:v>1564.14</c:v>
                </c:pt>
                <c:pt idx="7">
                  <c:v>1414.18</c:v>
                </c:pt>
                <c:pt idx="8">
                  <c:v>1404.78</c:v>
                </c:pt>
                <c:pt idx="9">
                  <c:v>1408.59</c:v>
                </c:pt>
                <c:pt idx="10">
                  <c:v>1423.67</c:v>
                </c:pt>
                <c:pt idx="11">
                  <c:v>1456.86</c:v>
                </c:pt>
                <c:pt idx="12">
                  <c:v>1499.61</c:v>
                </c:pt>
                <c:pt idx="13">
                  <c:v>1600.13</c:v>
                </c:pt>
                <c:pt idx="14">
                  <c:v>1667.47</c:v>
                </c:pt>
                <c:pt idx="15">
                  <c:v>1231.7</c:v>
                </c:pt>
                <c:pt idx="16">
                  <c:v>1078.97</c:v>
                </c:pt>
                <c:pt idx="17">
                  <c:v>1026.03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FD-2944-8919-EC07B1D2BB41}"/>
            </c:ext>
          </c:extLst>
        </c:ser>
        <c:ser>
          <c:idx val="4"/>
          <c:order val="4"/>
          <c:tx>
            <c:strRef>
              <c:f>'corei7-mountain-data'!$F$1</c:f>
              <c:strCache>
                <c:ptCount val="1"/>
                <c:pt idx="0">
                  <c:v>4M</c:v>
                </c:pt>
              </c:strCache>
            </c:strRef>
          </c:tx>
          <c:spPr>
            <a:solidFill>
              <a:srgbClr val="660066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'corei7-mountain-data'!$F$2:$F$19</c:f>
              <c:numCache>
                <c:formatCode>General</c:formatCode>
                <c:ptCount val="18"/>
                <c:pt idx="0">
                  <c:v>4642.47</c:v>
                </c:pt>
                <c:pt idx="1">
                  <c:v>4583.8</c:v>
                </c:pt>
                <c:pt idx="2">
                  <c:v>4074.93</c:v>
                </c:pt>
                <c:pt idx="3">
                  <c:v>3557.51</c:v>
                </c:pt>
                <c:pt idx="4">
                  <c:v>3337.59</c:v>
                </c:pt>
                <c:pt idx="5">
                  <c:v>2898.78</c:v>
                </c:pt>
                <c:pt idx="6">
                  <c:v>2535.2199999999998</c:v>
                </c:pt>
                <c:pt idx="7">
                  <c:v>2248.83</c:v>
                </c:pt>
                <c:pt idx="8">
                  <c:v>2227.41</c:v>
                </c:pt>
                <c:pt idx="9">
                  <c:v>2203.98</c:v>
                </c:pt>
                <c:pt idx="10">
                  <c:v>2187.29</c:v>
                </c:pt>
                <c:pt idx="11">
                  <c:v>2164.1799999999998</c:v>
                </c:pt>
                <c:pt idx="12">
                  <c:v>2156.96</c:v>
                </c:pt>
                <c:pt idx="13">
                  <c:v>2148.52</c:v>
                </c:pt>
                <c:pt idx="14">
                  <c:v>2146.83</c:v>
                </c:pt>
                <c:pt idx="15">
                  <c:v>2131.36</c:v>
                </c:pt>
                <c:pt idx="16">
                  <c:v>2038.29</c:v>
                </c:pt>
                <c:pt idx="17">
                  <c:v>2060.87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FD-2944-8919-EC07B1D2BB41}"/>
            </c:ext>
          </c:extLst>
        </c:ser>
        <c:ser>
          <c:idx val="5"/>
          <c:order val="5"/>
          <c:tx>
            <c:strRef>
              <c:f>'corei7-mountain-data'!$G$1</c:f>
              <c:strCache>
                <c:ptCount val="1"/>
                <c:pt idx="0">
                  <c:v>2M</c:v>
                </c:pt>
              </c:strCache>
            </c:strRef>
          </c:tx>
          <c:spPr>
            <a:solidFill>
              <a:srgbClr val="FF8080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'corei7-mountain-data'!$G$2:$G$19</c:f>
              <c:numCache>
                <c:formatCode>General</c:formatCode>
                <c:ptCount val="18"/>
                <c:pt idx="0">
                  <c:v>4674.0600000000004</c:v>
                </c:pt>
                <c:pt idx="1">
                  <c:v>4659.0600000000004</c:v>
                </c:pt>
                <c:pt idx="2">
                  <c:v>4153.1000000000004</c:v>
                </c:pt>
                <c:pt idx="3">
                  <c:v>4016.4</c:v>
                </c:pt>
                <c:pt idx="4">
                  <c:v>3540.78</c:v>
                </c:pt>
                <c:pt idx="5">
                  <c:v>3027.05</c:v>
                </c:pt>
                <c:pt idx="6">
                  <c:v>2625.06</c:v>
                </c:pt>
                <c:pt idx="7">
                  <c:v>2321.73</c:v>
                </c:pt>
                <c:pt idx="8">
                  <c:v>2306.4</c:v>
                </c:pt>
                <c:pt idx="9">
                  <c:v>2292.86</c:v>
                </c:pt>
                <c:pt idx="10">
                  <c:v>2282.38</c:v>
                </c:pt>
                <c:pt idx="11">
                  <c:v>2270.35</c:v>
                </c:pt>
                <c:pt idx="12">
                  <c:v>2264.14</c:v>
                </c:pt>
                <c:pt idx="13">
                  <c:v>2259.8000000000002</c:v>
                </c:pt>
                <c:pt idx="14">
                  <c:v>2260.46</c:v>
                </c:pt>
                <c:pt idx="15">
                  <c:v>2261.54</c:v>
                </c:pt>
                <c:pt idx="16">
                  <c:v>2224.92</c:v>
                </c:pt>
                <c:pt idx="17">
                  <c:v>2431.58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DFD-2944-8919-EC07B1D2BB41}"/>
            </c:ext>
          </c:extLst>
        </c:ser>
        <c:ser>
          <c:idx val="6"/>
          <c:order val="6"/>
          <c:tx>
            <c:strRef>
              <c:f>'corei7-mountain-data'!$H$1</c:f>
              <c:strCache>
                <c:ptCount val="1"/>
                <c:pt idx="0">
                  <c:v>1M</c:v>
                </c:pt>
              </c:strCache>
            </c:strRef>
          </c:tx>
          <c:spPr>
            <a:solidFill>
              <a:srgbClr val="0066CC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'corei7-mountain-data'!$H$2:$H$19</c:f>
              <c:numCache>
                <c:formatCode>General</c:formatCode>
                <c:ptCount val="18"/>
                <c:pt idx="0">
                  <c:v>4673.7700000000004</c:v>
                </c:pt>
                <c:pt idx="1">
                  <c:v>4656.9799999999996</c:v>
                </c:pt>
                <c:pt idx="2">
                  <c:v>4156.32</c:v>
                </c:pt>
                <c:pt idx="3">
                  <c:v>4012.65</c:v>
                </c:pt>
                <c:pt idx="4">
                  <c:v>3535.85</c:v>
                </c:pt>
                <c:pt idx="5">
                  <c:v>3021.82</c:v>
                </c:pt>
                <c:pt idx="6">
                  <c:v>2623.08</c:v>
                </c:pt>
                <c:pt idx="7">
                  <c:v>2318.19</c:v>
                </c:pt>
                <c:pt idx="8">
                  <c:v>2303.7199999999998</c:v>
                </c:pt>
                <c:pt idx="9">
                  <c:v>2291.5500000000002</c:v>
                </c:pt>
                <c:pt idx="10">
                  <c:v>2280.42</c:v>
                </c:pt>
                <c:pt idx="11">
                  <c:v>2270.2399999999998</c:v>
                </c:pt>
                <c:pt idx="12">
                  <c:v>2264.8200000000002</c:v>
                </c:pt>
                <c:pt idx="13">
                  <c:v>2261.86</c:v>
                </c:pt>
                <c:pt idx="14">
                  <c:v>2261.31</c:v>
                </c:pt>
                <c:pt idx="15">
                  <c:v>2271.41</c:v>
                </c:pt>
                <c:pt idx="16">
                  <c:v>2237.27</c:v>
                </c:pt>
                <c:pt idx="17">
                  <c:v>2432.7399999999998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FD-2944-8919-EC07B1D2BB41}"/>
            </c:ext>
          </c:extLst>
        </c:ser>
        <c:ser>
          <c:idx val="7"/>
          <c:order val="7"/>
          <c:tx>
            <c:strRef>
              <c:f>'corei7-mountain-data'!$I$1</c:f>
              <c:strCache>
                <c:ptCount val="1"/>
                <c:pt idx="0">
                  <c:v>512K</c:v>
                </c:pt>
              </c:strCache>
            </c:strRef>
          </c:tx>
          <c:spPr>
            <a:solidFill>
              <a:srgbClr val="CCCCFF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'corei7-mountain-data'!$I$2:$I$19</c:f>
              <c:numCache>
                <c:formatCode>General</c:formatCode>
                <c:ptCount val="18"/>
                <c:pt idx="0">
                  <c:v>4673</c:v>
                </c:pt>
                <c:pt idx="1">
                  <c:v>4658.05</c:v>
                </c:pt>
                <c:pt idx="2">
                  <c:v>4267.3</c:v>
                </c:pt>
                <c:pt idx="3">
                  <c:v>4052.55</c:v>
                </c:pt>
                <c:pt idx="4">
                  <c:v>3730.88</c:v>
                </c:pt>
                <c:pt idx="5">
                  <c:v>3236.67</c:v>
                </c:pt>
                <c:pt idx="6">
                  <c:v>2839.93</c:v>
                </c:pt>
                <c:pt idx="7">
                  <c:v>2527.15</c:v>
                </c:pt>
                <c:pt idx="8">
                  <c:v>2513.25</c:v>
                </c:pt>
                <c:pt idx="9">
                  <c:v>2503.12</c:v>
                </c:pt>
                <c:pt idx="10">
                  <c:v>2494.19</c:v>
                </c:pt>
                <c:pt idx="11">
                  <c:v>2517.44</c:v>
                </c:pt>
                <c:pt idx="12">
                  <c:v>2523.1</c:v>
                </c:pt>
                <c:pt idx="13">
                  <c:v>2551.67</c:v>
                </c:pt>
                <c:pt idx="14">
                  <c:v>2555.5300000000002</c:v>
                </c:pt>
                <c:pt idx="15">
                  <c:v>2477.41</c:v>
                </c:pt>
                <c:pt idx="16">
                  <c:v>2420.17</c:v>
                </c:pt>
                <c:pt idx="17">
                  <c:v>2590.64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DFD-2944-8919-EC07B1D2BB41}"/>
            </c:ext>
          </c:extLst>
        </c:ser>
        <c:ser>
          <c:idx val="8"/>
          <c:order val="8"/>
          <c:tx>
            <c:strRef>
              <c:f>'corei7-mountain-data'!$J$1</c:f>
              <c:strCache>
                <c:ptCount val="1"/>
                <c:pt idx="0">
                  <c:v>256K</c:v>
                </c:pt>
              </c:strCache>
            </c:strRef>
          </c:tx>
          <c:spPr>
            <a:solidFill>
              <a:srgbClr val="000090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'corei7-mountain-data'!$J$2:$J$19</c:f>
              <c:numCache>
                <c:formatCode>General</c:formatCode>
                <c:ptCount val="18"/>
                <c:pt idx="0">
                  <c:v>4672.3100000000004</c:v>
                </c:pt>
                <c:pt idx="1">
                  <c:v>4645.58</c:v>
                </c:pt>
                <c:pt idx="2">
                  <c:v>4300.1000000000004</c:v>
                </c:pt>
                <c:pt idx="3">
                  <c:v>4091.3</c:v>
                </c:pt>
                <c:pt idx="4">
                  <c:v>3890.2</c:v>
                </c:pt>
                <c:pt idx="5">
                  <c:v>3175.38</c:v>
                </c:pt>
                <c:pt idx="6">
                  <c:v>2748.26</c:v>
                </c:pt>
                <c:pt idx="7">
                  <c:v>2351.27</c:v>
                </c:pt>
                <c:pt idx="8">
                  <c:v>2518.38</c:v>
                </c:pt>
                <c:pt idx="9">
                  <c:v>2627.49</c:v>
                </c:pt>
                <c:pt idx="10">
                  <c:v>2644.71</c:v>
                </c:pt>
                <c:pt idx="11">
                  <c:v>2646.45</c:v>
                </c:pt>
                <c:pt idx="12">
                  <c:v>2690.79</c:v>
                </c:pt>
                <c:pt idx="13">
                  <c:v>2715.46</c:v>
                </c:pt>
                <c:pt idx="14">
                  <c:v>2762.7</c:v>
                </c:pt>
                <c:pt idx="15">
                  <c:v>2445.48</c:v>
                </c:pt>
                <c:pt idx="16">
                  <c:v>2440.11</c:v>
                </c:pt>
                <c:pt idx="17">
                  <c:v>2560.87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DFD-2944-8919-EC07B1D2BB41}"/>
            </c:ext>
          </c:extLst>
        </c:ser>
        <c:ser>
          <c:idx val="9"/>
          <c:order val="9"/>
          <c:tx>
            <c:strRef>
              <c:f>'corei7-mountain-data'!$K$1</c:f>
              <c:strCache>
                <c:ptCount val="1"/>
                <c:pt idx="0">
                  <c:v>128K</c:v>
                </c:pt>
              </c:strCache>
            </c:strRef>
          </c:tx>
          <c:spPr>
            <a:solidFill>
              <a:srgbClr val="F20884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'corei7-mountain-data'!$K$2:$K$19</c:f>
              <c:numCache>
                <c:formatCode>General</c:formatCode>
                <c:ptCount val="18"/>
                <c:pt idx="0">
                  <c:v>4669.8900000000003</c:v>
                </c:pt>
                <c:pt idx="1">
                  <c:v>4661.4399999999996</c:v>
                </c:pt>
                <c:pt idx="2">
                  <c:v>4661.75</c:v>
                </c:pt>
                <c:pt idx="3">
                  <c:v>4570.55</c:v>
                </c:pt>
                <c:pt idx="4">
                  <c:v>4453.42</c:v>
                </c:pt>
                <c:pt idx="5">
                  <c:v>4070.1</c:v>
                </c:pt>
                <c:pt idx="6">
                  <c:v>3626.17</c:v>
                </c:pt>
                <c:pt idx="7">
                  <c:v>2349.0500000000002</c:v>
                </c:pt>
                <c:pt idx="8">
                  <c:v>3332.47</c:v>
                </c:pt>
                <c:pt idx="9">
                  <c:v>3318.78</c:v>
                </c:pt>
                <c:pt idx="10">
                  <c:v>3328.21</c:v>
                </c:pt>
                <c:pt idx="11">
                  <c:v>3312.1</c:v>
                </c:pt>
                <c:pt idx="12">
                  <c:v>3351.75</c:v>
                </c:pt>
                <c:pt idx="13">
                  <c:v>3197.56</c:v>
                </c:pt>
                <c:pt idx="14">
                  <c:v>3342.59</c:v>
                </c:pt>
                <c:pt idx="15">
                  <c:v>3330.51</c:v>
                </c:pt>
                <c:pt idx="16">
                  <c:v>3335.4</c:v>
                </c:pt>
                <c:pt idx="17">
                  <c:v>3374.9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DFD-2944-8919-EC07B1D2BB41}"/>
            </c:ext>
          </c:extLst>
        </c:ser>
        <c:ser>
          <c:idx val="10"/>
          <c:order val="10"/>
          <c:tx>
            <c:strRef>
              <c:f>'corei7-mountain-data'!$L$1</c:f>
              <c:strCache>
                <c:ptCount val="1"/>
                <c:pt idx="0">
                  <c:v>64K</c:v>
                </c:pt>
              </c:strCache>
            </c:strRef>
          </c:tx>
          <c:spPr>
            <a:solidFill>
              <a:srgbClr val="FCF305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'corei7-mountain-data'!$L$2:$L$19</c:f>
              <c:numCache>
                <c:formatCode>General</c:formatCode>
                <c:ptCount val="18"/>
                <c:pt idx="0">
                  <c:v>4664.6899999999996</c:v>
                </c:pt>
                <c:pt idx="1">
                  <c:v>4647.96</c:v>
                </c:pt>
                <c:pt idx="2">
                  <c:v>4646.51</c:v>
                </c:pt>
                <c:pt idx="3">
                  <c:v>4575.1000000000004</c:v>
                </c:pt>
                <c:pt idx="4">
                  <c:v>4473.68</c:v>
                </c:pt>
                <c:pt idx="5">
                  <c:v>4218.51</c:v>
                </c:pt>
                <c:pt idx="6">
                  <c:v>3642.61</c:v>
                </c:pt>
                <c:pt idx="7">
                  <c:v>3334.78</c:v>
                </c:pt>
                <c:pt idx="8">
                  <c:v>3395.82</c:v>
                </c:pt>
                <c:pt idx="9">
                  <c:v>3398</c:v>
                </c:pt>
                <c:pt idx="10">
                  <c:v>3403.08</c:v>
                </c:pt>
                <c:pt idx="11">
                  <c:v>3411.87</c:v>
                </c:pt>
                <c:pt idx="12">
                  <c:v>3395.99</c:v>
                </c:pt>
                <c:pt idx="13">
                  <c:v>3299.01</c:v>
                </c:pt>
                <c:pt idx="14">
                  <c:v>4287.45</c:v>
                </c:pt>
                <c:pt idx="15">
                  <c:v>3416.74</c:v>
                </c:pt>
                <c:pt idx="16">
                  <c:v>3389.13</c:v>
                </c:pt>
                <c:pt idx="17">
                  <c:v>3374.16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DFD-2944-8919-EC07B1D2BB41}"/>
            </c:ext>
          </c:extLst>
        </c:ser>
        <c:ser>
          <c:idx val="11"/>
          <c:order val="11"/>
          <c:tx>
            <c:strRef>
              <c:f>'corei7-mountain-data'!$M$1</c:f>
              <c:strCache>
                <c:ptCount val="1"/>
                <c:pt idx="0">
                  <c:v>32K</c:v>
                </c:pt>
              </c:strCache>
            </c:strRef>
          </c:tx>
          <c:spPr>
            <a:solidFill>
              <a:srgbClr val="00ABEA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'corei7-mountain-data'!$M$2:$M$19</c:f>
              <c:numCache>
                <c:formatCode>General</c:formatCode>
                <c:ptCount val="18"/>
                <c:pt idx="0">
                  <c:v>4654.62</c:v>
                </c:pt>
                <c:pt idx="1">
                  <c:v>4624.5</c:v>
                </c:pt>
                <c:pt idx="2">
                  <c:v>4631.6899999999996</c:v>
                </c:pt>
                <c:pt idx="3">
                  <c:v>4615.62</c:v>
                </c:pt>
                <c:pt idx="4">
                  <c:v>4600.3900000000003</c:v>
                </c:pt>
                <c:pt idx="5">
                  <c:v>4585.6000000000004</c:v>
                </c:pt>
                <c:pt idx="6">
                  <c:v>4572.8</c:v>
                </c:pt>
                <c:pt idx="7">
                  <c:v>4809.1000000000004</c:v>
                </c:pt>
                <c:pt idx="8">
                  <c:v>4803.13</c:v>
                </c:pt>
                <c:pt idx="9">
                  <c:v>4789.7</c:v>
                </c:pt>
                <c:pt idx="10">
                  <c:v>4790.97</c:v>
                </c:pt>
                <c:pt idx="11">
                  <c:v>4784.6499999999996</c:v>
                </c:pt>
                <c:pt idx="12">
                  <c:v>4754.2299999999996</c:v>
                </c:pt>
                <c:pt idx="13">
                  <c:v>4768.54</c:v>
                </c:pt>
                <c:pt idx="14">
                  <c:v>4750.25</c:v>
                </c:pt>
                <c:pt idx="15">
                  <c:v>4742.01</c:v>
                </c:pt>
                <c:pt idx="16">
                  <c:v>6545.16</c:v>
                </c:pt>
                <c:pt idx="17">
                  <c:v>6408.41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DFD-2944-8919-EC07B1D2BB41}"/>
            </c:ext>
          </c:extLst>
        </c:ser>
        <c:ser>
          <c:idx val="12"/>
          <c:order val="12"/>
          <c:tx>
            <c:strRef>
              <c:f>'corei7-mountain-data'!$N$1</c:f>
              <c:strCache>
                <c:ptCount val="1"/>
                <c:pt idx="0">
                  <c:v>16K</c:v>
                </c:pt>
              </c:strCache>
            </c:strRef>
          </c:tx>
          <c:spPr>
            <a:solidFill>
              <a:srgbClr val="4600A5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'corei7-mountain-data'!$N$2:$N$19</c:f>
              <c:numCache>
                <c:formatCode>General</c:formatCode>
                <c:ptCount val="18"/>
                <c:pt idx="0">
                  <c:v>4635.05</c:v>
                </c:pt>
                <c:pt idx="1">
                  <c:v>4575.1400000000003</c:v>
                </c:pt>
                <c:pt idx="2">
                  <c:v>4577.76</c:v>
                </c:pt>
                <c:pt idx="3">
                  <c:v>4797.16</c:v>
                </c:pt>
                <c:pt idx="4">
                  <c:v>4781.0600000000004</c:v>
                </c:pt>
                <c:pt idx="5">
                  <c:v>4773.37</c:v>
                </c:pt>
                <c:pt idx="6">
                  <c:v>4756.1899999999996</c:v>
                </c:pt>
                <c:pt idx="7">
                  <c:v>4729.6499999999996</c:v>
                </c:pt>
                <c:pt idx="8">
                  <c:v>4701.3</c:v>
                </c:pt>
                <c:pt idx="9">
                  <c:v>4716.3900000000003</c:v>
                </c:pt>
                <c:pt idx="10">
                  <c:v>4668.13</c:v>
                </c:pt>
                <c:pt idx="11">
                  <c:v>4653.51</c:v>
                </c:pt>
                <c:pt idx="12">
                  <c:v>4678.67</c:v>
                </c:pt>
                <c:pt idx="13">
                  <c:v>4620.2299999999996</c:v>
                </c:pt>
                <c:pt idx="14">
                  <c:v>4621.49</c:v>
                </c:pt>
                <c:pt idx="15">
                  <c:v>6529.52</c:v>
                </c:pt>
                <c:pt idx="16">
                  <c:v>6398.15</c:v>
                </c:pt>
                <c:pt idx="17">
                  <c:v>6122.8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FD-2944-8919-EC07B1D2BB41}"/>
            </c:ext>
          </c:extLst>
        </c:ser>
        <c:ser>
          <c:idx val="13"/>
          <c:order val="13"/>
          <c:tx>
            <c:strRef>
              <c:f>'corei7-mountain-data'!$O$1</c:f>
              <c:strCache>
                <c:ptCount val="1"/>
                <c:pt idx="0">
                  <c:v>8K</c:v>
                </c:pt>
              </c:strCache>
            </c:strRef>
          </c:tx>
          <c:spPr>
            <a:solidFill>
              <a:srgbClr val="900000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'corei7-mountain-data'!$O$2:$O$19</c:f>
              <c:numCache>
                <c:formatCode>General</c:formatCode>
                <c:ptCount val="18"/>
                <c:pt idx="0">
                  <c:v>4599.95</c:v>
                </c:pt>
                <c:pt idx="1">
                  <c:v>4702.5600000000004</c:v>
                </c:pt>
                <c:pt idx="2">
                  <c:v>4771.3599999999997</c:v>
                </c:pt>
                <c:pt idx="3">
                  <c:v>4725.95</c:v>
                </c:pt>
                <c:pt idx="4">
                  <c:v>4709.6099999999997</c:v>
                </c:pt>
                <c:pt idx="5">
                  <c:v>4646.91</c:v>
                </c:pt>
                <c:pt idx="6">
                  <c:v>4613.58</c:v>
                </c:pt>
                <c:pt idx="7">
                  <c:v>6534.86</c:v>
                </c:pt>
                <c:pt idx="8">
                  <c:v>6513.84</c:v>
                </c:pt>
                <c:pt idx="9">
                  <c:v>6498.25</c:v>
                </c:pt>
                <c:pt idx="10">
                  <c:v>6479.32</c:v>
                </c:pt>
                <c:pt idx="11">
                  <c:v>6460.77</c:v>
                </c:pt>
                <c:pt idx="12">
                  <c:v>6443.44</c:v>
                </c:pt>
                <c:pt idx="13">
                  <c:v>6427.61</c:v>
                </c:pt>
                <c:pt idx="14">
                  <c:v>6408.2</c:v>
                </c:pt>
                <c:pt idx="15">
                  <c:v>6396.54</c:v>
                </c:pt>
                <c:pt idx="16">
                  <c:v>6118.69</c:v>
                </c:pt>
                <c:pt idx="17">
                  <c:v>5642.81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DFD-2944-8919-EC07B1D2BB41}"/>
            </c:ext>
          </c:extLst>
        </c:ser>
        <c:ser>
          <c:idx val="14"/>
          <c:order val="14"/>
          <c:tx>
            <c:strRef>
              <c:f>'corei7-mountain-data'!$P$1</c:f>
              <c:strCache>
                <c:ptCount val="1"/>
                <c:pt idx="0">
                  <c:v>4K</c:v>
                </c:pt>
              </c:strCache>
            </c:strRef>
          </c:tx>
          <c:spPr>
            <a:solidFill>
              <a:srgbClr val="008080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'corei7-mountain-data'!$P$2:$P$19</c:f>
              <c:numCache>
                <c:formatCode>General</c:formatCode>
                <c:ptCount val="18"/>
                <c:pt idx="0">
                  <c:v>4764.2</c:v>
                </c:pt>
                <c:pt idx="1">
                  <c:v>4607.45</c:v>
                </c:pt>
                <c:pt idx="2">
                  <c:v>4617.8599999999997</c:v>
                </c:pt>
                <c:pt idx="3">
                  <c:v>6502.49</c:v>
                </c:pt>
                <c:pt idx="4">
                  <c:v>6466.17</c:v>
                </c:pt>
                <c:pt idx="5">
                  <c:v>6432.81</c:v>
                </c:pt>
                <c:pt idx="6">
                  <c:v>6397.26</c:v>
                </c:pt>
                <c:pt idx="7">
                  <c:v>6369.39</c:v>
                </c:pt>
                <c:pt idx="8">
                  <c:v>6328.29</c:v>
                </c:pt>
                <c:pt idx="9">
                  <c:v>6299.45</c:v>
                </c:pt>
                <c:pt idx="10">
                  <c:v>6259.01</c:v>
                </c:pt>
                <c:pt idx="11">
                  <c:v>6225.06</c:v>
                </c:pt>
                <c:pt idx="12">
                  <c:v>6193.75</c:v>
                </c:pt>
                <c:pt idx="13">
                  <c:v>6159.03</c:v>
                </c:pt>
                <c:pt idx="14">
                  <c:v>6127.24</c:v>
                </c:pt>
                <c:pt idx="15">
                  <c:v>6097.52</c:v>
                </c:pt>
                <c:pt idx="16">
                  <c:v>5623.45</c:v>
                </c:pt>
                <c:pt idx="17">
                  <c:v>4861.38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DFD-2944-8919-EC07B1D2BB41}"/>
            </c:ext>
          </c:extLst>
        </c:ser>
        <c:ser>
          <c:idx val="15"/>
          <c:order val="15"/>
          <c:tx>
            <c:strRef>
              <c:f>'corei7-mountain-data'!$Q$1</c:f>
              <c:strCache>
                <c:ptCount val="1"/>
                <c:pt idx="0">
                  <c:v>2K</c:v>
                </c:pt>
              </c:strCache>
            </c:strRef>
          </c:tx>
          <c:spPr>
            <a:solidFill>
              <a:srgbClr val="0000D4"/>
            </a:solidFill>
            <a:ln w="12700">
              <a:solidFill>
                <a:srgbClr val="000000"/>
              </a:solidFill>
              <a:prstDash val="solid"/>
            </a:ln>
            <a:sp3d prstMaterial="flat"/>
          </c:spPr>
          <c:cat>
            <c:strRef>
              <c:f>'corei7-mountain-data'!$A$2:$A$19</c:f>
              <c:strCache>
                <c:ptCount val="1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s32</c:v>
                </c:pt>
                <c:pt idx="17">
                  <c:v>s64</c:v>
                </c:pt>
              </c:strCache>
            </c:strRef>
          </c:cat>
          <c:val>
            <c:numRef>
              <c:f>'corei7-mountain-data'!$Q$2:$Q$19</c:f>
              <c:numCache>
                <c:formatCode>General</c:formatCode>
                <c:ptCount val="18"/>
                <c:pt idx="0">
                  <c:v>4754.1499999999996</c:v>
                </c:pt>
                <c:pt idx="1">
                  <c:v>6086.11</c:v>
                </c:pt>
                <c:pt idx="2">
                  <c:v>6301.73</c:v>
                </c:pt>
                <c:pt idx="3">
                  <c:v>6261.46</c:v>
                </c:pt>
                <c:pt idx="4">
                  <c:v>6188.41</c:v>
                </c:pt>
                <c:pt idx="5">
                  <c:v>6115.06</c:v>
                </c:pt>
                <c:pt idx="6">
                  <c:v>6075.11</c:v>
                </c:pt>
                <c:pt idx="7">
                  <c:v>6013.17</c:v>
                </c:pt>
                <c:pt idx="8">
                  <c:v>5923.29</c:v>
                </c:pt>
                <c:pt idx="9">
                  <c:v>5870.21</c:v>
                </c:pt>
                <c:pt idx="10">
                  <c:v>5803.26</c:v>
                </c:pt>
                <c:pt idx="11">
                  <c:v>5754.86</c:v>
                </c:pt>
                <c:pt idx="12">
                  <c:v>5679.31</c:v>
                </c:pt>
                <c:pt idx="13">
                  <c:v>5629.01</c:v>
                </c:pt>
                <c:pt idx="14">
                  <c:v>5580.53</c:v>
                </c:pt>
                <c:pt idx="15">
                  <c:v>5541.86</c:v>
                </c:pt>
                <c:pt idx="16">
                  <c:v>4799.63</c:v>
                </c:pt>
                <c:pt idx="17">
                  <c:v>4639.2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DFD-2944-8919-EC07B1D2BB41}"/>
            </c:ext>
          </c:extLst>
        </c:ser>
        <c:bandFmts/>
        <c:axId val="-2112663008"/>
        <c:axId val="-2008413168"/>
        <c:axId val="-1994204880"/>
      </c:surface3DChart>
      <c:catAx>
        <c:axId val="-21126630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Stride (x8 bytes)</a:t>
                </a:r>
              </a:p>
            </c:rich>
          </c:tx>
          <c:layout>
            <c:manualLayout>
              <c:xMode val="edge"/>
              <c:yMode val="edge"/>
              <c:x val="0.17647058823529399"/>
              <c:y val="0.8270799347471450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txPr>
          <a:bodyPr rot="-54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08413168"/>
        <c:crosses val="autoZero"/>
        <c:auto val="1"/>
        <c:lblAlgn val="ctr"/>
        <c:lblOffset val="100"/>
        <c:tickLblSkip val="2"/>
        <c:tickMarkSkip val="1"/>
        <c:noMultiLvlLbl val="1"/>
      </c:catAx>
      <c:valAx>
        <c:axId val="-2008413168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Read  throughput (MB/s)</a:t>
                </a:r>
              </a:p>
            </c:rich>
          </c:tx>
          <c:layout>
            <c:manualLayout>
              <c:xMode val="edge"/>
              <c:yMode val="edge"/>
              <c:x val="9.4339622641509399E-2"/>
              <c:y val="0.22675367047308301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112663008"/>
        <c:crosses val="autoZero"/>
        <c:crossBetween val="between"/>
      </c:valAx>
      <c:serAx>
        <c:axId val="-19942048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Size (bytes)</a:t>
                </a:r>
              </a:p>
            </c:rich>
          </c:tx>
          <c:layout>
            <c:manualLayout>
              <c:xMode val="edge"/>
              <c:yMode val="edge"/>
              <c:x val="0.771365149833518"/>
              <c:y val="0.8156606851549760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txPr>
          <a:bodyPr rot="-54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08413168"/>
        <c:crosses val="autoZero"/>
        <c:tickLblSkip val="3"/>
        <c:tickMarkSkip val="1"/>
      </c:ser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  <c:userShapes r:id="rId3"/>
</c:chartSpac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0.28388</cdr:x>
      <cdr:y>0.11535</cdr:y>
    </cdr:from>
    <cdr:to>
      <cdr:x>0.34455</cdr:x>
      <cdr:y>0.33671</cdr:y>
    </cdr:to>
    <cdr:sp macro="" textlink="">
      <cdr:nvSpPr>
        <cdr:cNvPr id="1034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2438400" y="660400"/>
          <a:ext cx="520700" cy="1295399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38100">
          <a:solidFill>
            <a:srgbClr val="FF0000"/>
          </a:solidFill>
          <a:round/>
          <a:headEnd/>
          <a:tailEnd type="triangle" w="med" len="med"/>
        </a:ln>
        <a:effectLst xmlns:a="http://schemas.openxmlformats.org/drawingml/2006/main"/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0.58306</cdr:x>
      <cdr:y>0.64165</cdr:y>
    </cdr:from>
    <cdr:to>
      <cdr:x>0.71032</cdr:x>
      <cdr:y>0.75911</cdr:y>
    </cdr:to>
    <cdr:sp macro="" textlink="">
      <cdr:nvSpPr>
        <cdr:cNvPr id="1036" name="Line 12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5003834" y="3746500"/>
          <a:ext cx="1092166" cy="68581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38100">
          <a:solidFill>
            <a:srgbClr val="FF0000"/>
          </a:solidFill>
          <a:round/>
          <a:headEnd/>
          <a:tailEnd type="triangle" w="med" len="med"/>
        </a:ln>
        <a:effectLst xmlns:a="http://schemas.openxmlformats.org/drawingml/2006/main"/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0.6125</cdr:x>
      <cdr:y>0.0555</cdr:y>
    </cdr:from>
    <cdr:to>
      <cdr:x>0.66225</cdr:x>
      <cdr:y>0.1135</cdr:y>
    </cdr:to>
    <cdr:sp macro="" textlink="">
      <cdr:nvSpPr>
        <cdr:cNvPr id="1037" name="Text Box 13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247908" y="306538"/>
          <a:ext cx="418374" cy="37076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Helvetica"/>
            </a:rPr>
            <a:t>L1</a:t>
          </a:r>
        </a:p>
      </cdr:txBody>
    </cdr:sp>
  </cdr:relSizeAnchor>
  <cdr:relSizeAnchor xmlns:cdr="http://schemas.openxmlformats.org/drawingml/2006/chartDrawing">
    <cdr:from>
      <cdr:x>0.54975</cdr:x>
      <cdr:y>0.3695</cdr:y>
    </cdr:from>
    <cdr:to>
      <cdr:x>0.5985</cdr:x>
      <cdr:y>0.4275</cdr:y>
    </cdr:to>
    <cdr:sp macro="" textlink="">
      <cdr:nvSpPr>
        <cdr:cNvPr id="1038" name="Text Box 14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709386" y="2154526"/>
          <a:ext cx="418374" cy="37076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Helvetica"/>
            </a:rPr>
            <a:t>L2</a:t>
          </a:r>
        </a:p>
      </cdr:txBody>
    </cdr:sp>
  </cdr:relSizeAnchor>
  <cdr:relSizeAnchor xmlns:cdr="http://schemas.openxmlformats.org/drawingml/2006/chartDrawing">
    <cdr:from>
      <cdr:x>0.44025</cdr:x>
      <cdr:y>0.7175</cdr:y>
    </cdr:from>
    <cdr:to>
      <cdr:x>0.51575</cdr:x>
      <cdr:y>0.7765</cdr:y>
    </cdr:to>
    <cdr:sp macro="" textlink="">
      <cdr:nvSpPr>
        <cdr:cNvPr id="1039" name="Text Box 15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784673" y="4189357"/>
          <a:ext cx="637215" cy="370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Helvetica"/>
            </a:rPr>
            <a:t>Mem</a:t>
          </a:r>
        </a:p>
      </cdr:txBody>
    </cdr:sp>
  </cdr:relSizeAnchor>
  <cdr:relSizeAnchor xmlns:cdr="http://schemas.openxmlformats.org/drawingml/2006/chartDrawing">
    <cdr:from>
      <cdr:x>0.47575</cdr:x>
      <cdr:y>0.49675</cdr:y>
    </cdr:from>
    <cdr:to>
      <cdr:x>0.52575</cdr:x>
      <cdr:y>0.555</cdr:y>
    </cdr:to>
    <cdr:sp macro="" textlink="">
      <cdr:nvSpPr>
        <cdr:cNvPr id="1040" name="Text Box 16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078607" y="2890218"/>
          <a:ext cx="418374" cy="37076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Helvetica"/>
            </a:rPr>
            <a:t>L3</a:t>
          </a:r>
        </a:p>
      </cdr:txBody>
    </cdr:sp>
  </cdr:relSizeAnchor>
  <cdr:relSizeAnchor xmlns:cdr="http://schemas.openxmlformats.org/drawingml/2006/chartDrawing">
    <cdr:from>
      <cdr:x>0</cdr:x>
      <cdr:y>0</cdr:y>
    </cdr:from>
    <cdr:to>
      <cdr:x>0.00284</cdr:x>
      <cdr:y>0.00418</cdr:y>
    </cdr:to>
    <cdr:pic>
      <cdr:nvPicPr>
        <cdr:cNvPr id="16" name="chart">
          <a:extLst xmlns:a="http://schemas.openxmlformats.org/drawingml/2006/main">
            <a:ext uri="{FF2B5EF4-FFF2-40B4-BE49-F238E27FC236}">
              <a16:creationId xmlns:a16="http://schemas.microsoft.com/office/drawing/2014/main" id="{787A5268-EC47-1C42-8D71-6948D3138E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24386" cy="24386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0.29397</cdr:x>
      <cdr:y>0.08155</cdr:y>
    </cdr:from>
    <cdr:to>
      <cdr:x>0.40334</cdr:x>
      <cdr:y>0.14298</cdr:y>
    </cdr:to>
    <cdr:sp macro="" textlink="">
      <cdr:nvSpPr>
        <cdr:cNvPr id="17" name="Text Box 15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533544" y="457209"/>
          <a:ext cx="947198" cy="383494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>
          <a:lvl1pPr marL="0" indent="0">
            <a:defRPr sz="1100">
              <a:latin typeface="Calibri"/>
            </a:defRPr>
          </a:lvl1pPr>
          <a:lvl2pPr marL="457200" indent="0">
            <a:defRPr sz="1100">
              <a:latin typeface="Calibri"/>
            </a:defRPr>
          </a:lvl2pPr>
          <a:lvl3pPr marL="914400" indent="0">
            <a:defRPr sz="1100">
              <a:latin typeface="Calibri"/>
            </a:defRPr>
          </a:lvl3pPr>
          <a:lvl4pPr marL="1371600" indent="0">
            <a:defRPr sz="1100">
              <a:latin typeface="Calibri"/>
            </a:defRPr>
          </a:lvl4pPr>
          <a:lvl5pPr marL="1828800" indent="0">
            <a:defRPr sz="1100">
              <a:latin typeface="Calibri"/>
            </a:defRPr>
          </a:lvl5pPr>
          <a:lvl6pPr marL="2286000" indent="0">
            <a:defRPr sz="1100">
              <a:latin typeface="Calibri"/>
            </a:defRPr>
          </a:lvl6pPr>
          <a:lvl7pPr marL="2743200" indent="0">
            <a:defRPr sz="1100">
              <a:latin typeface="Calibri"/>
            </a:defRPr>
          </a:lvl7pPr>
          <a:lvl8pPr marL="3200400" indent="0">
            <a:defRPr sz="1100">
              <a:latin typeface="Calibri"/>
            </a:defRPr>
          </a:lvl8pPr>
          <a:lvl9pPr marL="3657600" indent="0">
            <a:defRPr sz="1100">
              <a:latin typeface="Calibri"/>
            </a:defRPr>
          </a:lvl9pPr>
        </a:lstStyle>
        <a:p xmlns:a="http://schemas.openxmlformats.org/drawingml/2006/main">
          <a:pPr algn="ctr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Courier New" pitchFamily="49" charset="0"/>
              <a:cs typeface="Courier New" pitchFamily="49" charset="0"/>
            </a:rPr>
            <a:t>copyij</a:t>
          </a:r>
        </a:p>
      </cdr:txBody>
    </cdr:sp>
  </cdr:relSizeAnchor>
  <cdr:relSizeAnchor xmlns:cdr="http://schemas.openxmlformats.org/drawingml/2006/chartDrawing">
    <cdr:from>
      <cdr:x>0.64594</cdr:x>
      <cdr:y>0.61078</cdr:y>
    </cdr:from>
    <cdr:to>
      <cdr:x>0.75556</cdr:x>
      <cdr:y>0.67146</cdr:y>
    </cdr:to>
    <cdr:sp macro="" textlink="">
      <cdr:nvSpPr>
        <cdr:cNvPr id="18" name="Text Box 15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541289" y="3560403"/>
          <a:ext cx="955781" cy="379115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  <a:ln xmlns:a="http://schemas.openxmlformats.org/drawingml/2006/main" w="12700">
          <a:solidFill>
            <a:srgbClr val="000000"/>
          </a:solidFill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90487" tIns="44450" rIns="90487" bIns="44450" anchor="t" upright="1">
          <a:spAutoFit/>
        </a:bodyPr>
        <a:lstStyle xmlns:a="http://schemas.openxmlformats.org/drawingml/2006/main">
          <a:lvl1pPr marL="0" indent="0">
            <a:defRPr sz="1100">
              <a:latin typeface="Calibri"/>
            </a:defRPr>
          </a:lvl1pPr>
          <a:lvl2pPr marL="457200" indent="0">
            <a:defRPr sz="1100">
              <a:latin typeface="Calibri"/>
            </a:defRPr>
          </a:lvl2pPr>
          <a:lvl3pPr marL="914400" indent="0">
            <a:defRPr sz="1100">
              <a:latin typeface="Calibri"/>
            </a:defRPr>
          </a:lvl3pPr>
          <a:lvl4pPr marL="1371600" indent="0">
            <a:defRPr sz="1100">
              <a:latin typeface="Calibri"/>
            </a:defRPr>
          </a:lvl4pPr>
          <a:lvl5pPr marL="1828800" indent="0">
            <a:defRPr sz="1100">
              <a:latin typeface="Calibri"/>
            </a:defRPr>
          </a:lvl5pPr>
          <a:lvl6pPr marL="2286000" indent="0">
            <a:defRPr sz="1100">
              <a:latin typeface="Calibri"/>
            </a:defRPr>
          </a:lvl6pPr>
          <a:lvl7pPr marL="2743200" indent="0">
            <a:defRPr sz="1100">
              <a:latin typeface="Calibri"/>
            </a:defRPr>
          </a:lvl7pPr>
          <a:lvl8pPr marL="3200400" indent="0">
            <a:defRPr sz="1100">
              <a:latin typeface="Calibri"/>
            </a:defRPr>
          </a:lvl8pPr>
          <a:lvl9pPr marL="3657600" indent="0">
            <a:defRPr sz="1100">
              <a:latin typeface="Calibri"/>
            </a:defRPr>
          </a:lvl9pPr>
        </a:lstStyle>
        <a:p xmlns:a="http://schemas.openxmlformats.org/drawingml/2006/main">
          <a:pPr algn="ctr" rtl="0">
            <a:defRPr sz="1000"/>
          </a:pPr>
          <a:r>
            <a:rPr lang="en-US" sz="1600" b="0" i="0" u="none" strike="noStrike" baseline="0">
              <a:solidFill>
                <a:srgbClr val="000000"/>
              </a:solidFill>
              <a:latin typeface="Courier New" pitchFamily="49" charset="0"/>
              <a:cs typeface="Courier New" pitchFamily="49" charset="0"/>
            </a:rPr>
            <a:t>copyji</a:t>
          </a:r>
        </a:p>
      </cdr:txBody>
    </cdr:sp>
  </cdr:relSizeAnchor>
  <cdr:relSizeAnchor xmlns:cdr="http://schemas.openxmlformats.org/drawingml/2006/chartDrawing">
    <cdr:from>
      <cdr:x>0</cdr:x>
      <cdr:y>0</cdr:y>
    </cdr:from>
    <cdr:to>
      <cdr:x>0.00593</cdr:x>
      <cdr:y>0.00871</cdr:y>
    </cdr:to>
    <cdr:pic>
      <cdr:nvPicPr>
        <cdr:cNvPr id="11" name="chart">
          <a:extLst xmlns:a="http://schemas.openxmlformats.org/drawingml/2006/main">
            <a:ext uri="{FF2B5EF4-FFF2-40B4-BE49-F238E27FC236}">
              <a16:creationId xmlns:a16="http://schemas.microsoft.com/office/drawing/2014/main" id="{9D2D7E86-82F6-FC44-A08D-A256F62592B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0800" cy="508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51C5FF-855F-784E-BA21-D639B9835F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9A570-9681-7D40-B172-8BDEB4864E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C74B58EA-1D5D-324F-8268-1812291BA6ED}" type="datetimeFigureOut">
              <a:rPr lang="en-US" altLang="en-US"/>
              <a:pPr>
                <a:defRPr/>
              </a:pPr>
              <a:t>10/23/19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89397-C357-D24A-B39C-40D5D9F590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2EB7B-56BE-0146-BF80-62A36FE8F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A78E9E26-4937-7C4B-9791-64B8B85B7D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7A6C070-EA0C-1443-8051-4C9BE30238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50D9CD2-76D8-0947-BBA2-011A020519C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EBA1634-0BC6-D348-A79A-6B3E3FDF19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4038E2A3-51F9-544E-BACD-B0AFC499AC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FD8919E7-228F-3844-A8CB-7BD925B7FB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69CE201C-E167-6C4A-9500-560BB1319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0A4C9C26-08CA-CB4F-A7A4-4148FEE19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7EDB34A-6092-2B4A-AA59-299FF8D8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BBADC65-7071-9B49-8FE9-AB81807D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E59B1FCA-2A4B-6741-9739-F805F38D7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326E95A-DE18-8149-80C4-61C5C988FC14}" type="slidenum">
              <a:rPr lang="en-US" altLang="en-US" sz="1200" b="0" smtClean="0">
                <a:latin typeface="Arial" panose="020B0604020202020204" pitchFamily="34" charset="0"/>
              </a:rPr>
              <a:pPr/>
              <a:t>19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6B1328-5A5E-AD4A-B16A-59F5C1E0A740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1E550F-2F69-3844-A5C5-49CDF139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B4E5D6-6D28-894A-86A7-67894463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5483A1-23D6-C44C-B985-3B95C5B7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BFD1D-22E3-6640-B5D5-AEC0B5C968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33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A1C02-7106-2B4E-AD0D-A5192B7E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9B393-CF59-4C43-A6B3-4A638A6E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601F-FCF1-D847-8E55-DEF2E7D1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5F462-1EEE-B14C-BEE2-70BD943E6E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95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53C97C8-75C4-1741-8FE6-62E785F9D5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929289-6F25-BD41-8AC8-55A71D703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9E7C74-1832-2B4A-BC38-E8B33499DD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39B2B-21CA-E745-9286-EF75D2BFE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99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1E22-D532-A34B-B37E-ECE3464B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3808-15A4-784B-9445-9B347D0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7B08B-164D-6547-99E1-7B4D5FED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8366E-7558-294A-8A02-8B1618BB66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74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FA4113-14D3-3949-9CB5-E7E7C6CE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580AA7-4DA2-B648-A64F-72E62737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C75406-6C09-C440-964F-28030586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BDDC8-FE5B-4E46-ABFB-B500EEFC95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07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9B6A390-B396-D34E-ADF2-0984F316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4B87998-0431-4947-991E-71BC55AB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4DB9B5-1D83-4D42-876D-ADEBDE22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F9116-00B3-9841-A940-F9BEFC0E2D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5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6A7059-20BA-0D4D-99AF-FE8E29B9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3B6780D-A68B-B24C-A247-5409C6A4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37507A-D991-DE4E-A74E-D56B7DB1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1960D-C159-5449-BB91-2C80D8974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02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2E87938-E73D-DF45-BDB1-D14F233A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440A76-81EA-1C4C-AC32-8D318E70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2F977F-83CC-124A-A73F-C4953B0A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9C2B8-0F48-D94A-A6C5-0B06D32BA0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33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3906EB-F6BC-564C-89AF-36FCA2F4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8F7DE3-A1B7-684A-B19C-1A1B10DC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7D790D-B165-3647-AFD9-444067B5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240EC-4035-A24E-AF36-D50B8EE8E1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34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407552-2A10-C349-9477-20D2B1C2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B823408-179E-FF4F-A706-D163C0BE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09EC2F-7928-8D45-94D7-E900C492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47118-BCCC-254E-B4C6-0DBF56B7E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49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3111E-14DF-2B49-A2C1-C32E208E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21643-39FF-8344-9170-E0EBD742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5B69F-FE25-2246-8B78-CEB556F8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37001-F416-9341-A49F-3863D9567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15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1FF02-591F-7343-9805-22614A6D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EF32-956B-9746-8231-87D0F375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607A-90BE-E342-9CE1-1730D9AE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02ACD-330B-F241-B9F9-6835F4EE6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29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7C4B4C9-05CC-304A-85F6-39F66F7B44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7E9C214-2E44-E84D-AECA-879E490EDF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117E0-339F-DB40-B99C-6A15EC98F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4064-F38B-BA47-83F5-7441A8A8A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49E0-9DCB-F942-834C-7D6433F6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540153A8-6708-044E-B13A-035A992FCD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public/students.html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6.emf"/><Relationship Id="rId18" Type="http://schemas.openxmlformats.org/officeDocument/2006/relationships/image" Target="../media/image21.emf"/><Relationship Id="rId3" Type="http://schemas.openxmlformats.org/officeDocument/2006/relationships/image" Target="../media/image6.emf"/><Relationship Id="rId21" Type="http://schemas.openxmlformats.org/officeDocument/2006/relationships/image" Target="../media/image24.emf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17" Type="http://schemas.openxmlformats.org/officeDocument/2006/relationships/image" Target="../media/image20.emf"/><Relationship Id="rId2" Type="http://schemas.openxmlformats.org/officeDocument/2006/relationships/image" Target="../media/image5.emf"/><Relationship Id="rId16" Type="http://schemas.openxmlformats.org/officeDocument/2006/relationships/image" Target="../media/image19.emf"/><Relationship Id="rId20" Type="http://schemas.openxmlformats.org/officeDocument/2006/relationships/image" Target="../media/image23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5" Type="http://schemas.openxmlformats.org/officeDocument/2006/relationships/image" Target="../media/image18.emf"/><Relationship Id="rId10" Type="http://schemas.openxmlformats.org/officeDocument/2006/relationships/image" Target="../media/image13.emf"/><Relationship Id="rId19" Type="http://schemas.openxmlformats.org/officeDocument/2006/relationships/image" Target="../media/image22.emf"/><Relationship Id="rId4" Type="http://schemas.openxmlformats.org/officeDocument/2006/relationships/image" Target="../media/image7.emf"/><Relationship Id="rId9" Type="http://schemas.openxmlformats.org/officeDocument/2006/relationships/image" Target="../media/image12.emf"/><Relationship Id="rId14" Type="http://schemas.openxmlformats.org/officeDocument/2006/relationships/image" Target="../media/image17.emf"/><Relationship Id="rId22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820519-2E1F-5E4F-8EF8-AD74BFD7459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COMP.2030 Computer Organization</a:t>
            </a:r>
          </a:p>
          <a:p>
            <a:pPr eaLnBrk="1" hangingPunct="1">
              <a:defRPr/>
            </a:pPr>
            <a:r>
              <a:rPr lang="en-US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			&amp; Assembly Language</a:t>
            </a:r>
          </a:p>
        </p:txBody>
      </p:sp>
      <p:sp>
        <p:nvSpPr>
          <p:cNvPr id="16386" name="Rectangle 5">
            <a:extLst>
              <a:ext uri="{FF2B5EF4-FFF2-40B4-BE49-F238E27FC236}">
                <a16:creationId xmlns:a16="http://schemas.microsoft.com/office/drawing/2014/main" id="{1E870296-0AC9-0347-993D-9CFB68B1E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latin typeface="Calibri" panose="020F0502020204030204" pitchFamily="34" charset="0"/>
              </a:rPr>
              <a:t>Blackboard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latin typeface="Calibri" panose="020F0502020204030204" pitchFamily="34" charset="0"/>
              </a:rPr>
              <a:t>Syllabus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latin typeface="Calibri" panose="020F0502020204030204" pitchFamily="34" charset="0"/>
              </a:rPr>
              <a:t>Class notes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latin typeface="Calibri" panose="020F0502020204030204" pitchFamily="34" charset="0"/>
              </a:rPr>
              <a:t>Homework/programming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FA1900F-72AE-5244-A96F-565B95E8BE5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Textbook and Outline</a:t>
            </a:r>
          </a:p>
        </p:txBody>
      </p:sp>
      <p:sp>
        <p:nvSpPr>
          <p:cNvPr id="17410" name="Rectangle 5">
            <a:extLst>
              <a:ext uri="{FF2B5EF4-FFF2-40B4-BE49-F238E27FC236}">
                <a16:creationId xmlns:a16="http://schemas.microsoft.com/office/drawing/2014/main" id="{D3E5DBFD-CB58-EA4F-ACAE-748A067AE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857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 dirty="0">
                <a:latin typeface="Calibri" panose="020F0502020204030204" pitchFamily="34" charset="0"/>
              </a:rPr>
              <a:t>Textbook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Randal Bryant and David O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 dirty="0" err="1">
                <a:latin typeface="Calibri" panose="020F0502020204030204" pitchFamily="34" charset="0"/>
              </a:rPr>
              <a:t>Hallaron</a:t>
            </a:r>
            <a:endParaRPr lang="en-US" altLang="ja-JP" b="0" dirty="0">
              <a:latin typeface="Calibri" panose="020F0502020204030204" pitchFamily="34" charset="0"/>
            </a:endParaRPr>
          </a:p>
          <a:p>
            <a:pPr lvl="2" eaLnBrk="1" hangingPunct="1">
              <a:spcBef>
                <a:spcPct val="20000"/>
              </a:spcBef>
            </a:pP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b="0" dirty="0">
                <a:latin typeface="Calibri" panose="020F0502020204030204" pitchFamily="34" charset="0"/>
              </a:rPr>
              <a:t>Computer System: A Programmer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 dirty="0">
                <a:latin typeface="Calibri" panose="020F0502020204030204" pitchFamily="34" charset="0"/>
              </a:rPr>
              <a:t>s Perspective,</a:t>
            </a:r>
            <a:r>
              <a:rPr lang="ja-JP" altLang="en-US" b="0">
                <a:latin typeface="Calibri" panose="020F0502020204030204" pitchFamily="34" charset="0"/>
              </a:rPr>
              <a:t>”</a:t>
            </a:r>
            <a:r>
              <a:rPr lang="en-US" altLang="ja-JP" b="0" dirty="0">
                <a:latin typeface="Calibri" panose="020F0502020204030204" pitchFamily="34" charset="0"/>
              </a:rPr>
              <a:t> 3rd ed. Prentice-Hall 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ja-JP" b="0" dirty="0">
                <a:latin typeface="Calibri" panose="020F0502020204030204" pitchFamily="34" charset="0"/>
                <a:hlinkClick r:id="rId2"/>
              </a:rPr>
              <a:t>http://csapp.cs.cmu.edu/public/students.html</a:t>
            </a:r>
            <a:endParaRPr lang="en-US" altLang="ja-JP" b="0" dirty="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ja-JP" b="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 dirty="0">
                <a:latin typeface="Calibri" panose="020F0502020204030204" pitchFamily="34" charset="0"/>
              </a:rPr>
              <a:t>Outline in roughly four parts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Chaps 2 </a:t>
            </a:r>
            <a:r>
              <a:rPr lang="mr-IN" altLang="en-US" b="0" dirty="0">
                <a:latin typeface="Calibri" panose="020F0502020204030204" pitchFamily="34" charset="0"/>
              </a:rPr>
              <a:t>–</a:t>
            </a:r>
            <a:r>
              <a:rPr lang="en-US" altLang="en-US" b="0" dirty="0">
                <a:latin typeface="Calibri" panose="020F0502020204030204" pitchFamily="34" charset="0"/>
              </a:rPr>
              <a:t> Data format	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MIPS Assembly Language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 3 </a:t>
            </a:r>
            <a:r>
              <a:rPr lang="mr-IN" altLang="en-US" b="0" dirty="0">
                <a:latin typeface="Calibri" panose="020F0502020204030204" pitchFamily="34" charset="0"/>
              </a:rPr>
              <a:t>–</a:t>
            </a:r>
            <a:r>
              <a:rPr lang="en-US" altLang="en-US" b="0" dirty="0">
                <a:latin typeface="Calibri" panose="020F0502020204030204" pitchFamily="34" charset="0"/>
              </a:rPr>
              <a:t> IA 64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Chap. 4 --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>
            <a:extLst>
              <a:ext uri="{FF2B5EF4-FFF2-40B4-BE49-F238E27FC236}">
                <a16:creationId xmlns:a16="http://schemas.microsoft.com/office/drawing/2014/main" id="{2140F41D-2463-6F48-AE79-A9019E8EB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Course Theme</a:t>
            </a:r>
          </a:p>
        </p:txBody>
      </p:sp>
      <p:sp>
        <p:nvSpPr>
          <p:cNvPr id="19458" name="Rectangle 5">
            <a:extLst>
              <a:ext uri="{FF2B5EF4-FFF2-40B4-BE49-F238E27FC236}">
                <a16:creationId xmlns:a16="http://schemas.microsoft.com/office/drawing/2014/main" id="{4FABBAB5-12F6-9D44-B7DB-FBF7ADA2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685800" indent="-3365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3200" b="0" dirty="0">
                <a:latin typeface="Calibri" panose="020F0502020204030204" pitchFamily="34" charset="0"/>
              </a:rPr>
              <a:t>2030 Computer Org. &amp; Assembly Lang. is required course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b="0" dirty="0">
                <a:latin typeface="Calibri" panose="020F0502020204030204" pitchFamily="34" charset="0"/>
              </a:rPr>
              <a:t>Is a knowledge of computer organization and underlying hardware required for software engineers ?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b="0" dirty="0">
                <a:latin typeface="Calibri" panose="020F0502020204030204" pitchFamily="34" charset="0"/>
              </a:rPr>
              <a:t>But, is this useful to proficient programmers ?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endParaRPr lang="en-US" altLang="ja-JP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4">
            <a:extLst>
              <a:ext uri="{FF2B5EF4-FFF2-40B4-BE49-F238E27FC236}">
                <a16:creationId xmlns:a16="http://schemas.microsoft.com/office/drawing/2014/main" id="{38B5FC50-9927-2A47-8187-2E8DF9A51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Course Theme</a:t>
            </a:r>
          </a:p>
        </p:txBody>
      </p:sp>
      <p:sp>
        <p:nvSpPr>
          <p:cNvPr id="21506" name="Rectangle 5">
            <a:extLst>
              <a:ext uri="{FF2B5EF4-FFF2-40B4-BE49-F238E27FC236}">
                <a16:creationId xmlns:a16="http://schemas.microsoft.com/office/drawing/2014/main" id="{685EFE27-736D-F746-AE85-45B554830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Bad News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Hardware or low-level is ugly</a:t>
            </a:r>
          </a:p>
          <a:p>
            <a:pPr lvl="2">
              <a:lnSpc>
                <a:spcPct val="80000"/>
              </a:lnSpc>
              <a:spcBef>
                <a:spcPts val="2000"/>
              </a:spcBef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Many details</a:t>
            </a:r>
          </a:p>
          <a:p>
            <a:pPr lvl="2">
              <a:lnSpc>
                <a:spcPct val="80000"/>
              </a:lnSpc>
              <a:spcBef>
                <a:spcPts val="2000"/>
              </a:spcBef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Can be counter-intuitive</a:t>
            </a:r>
          </a:p>
          <a:p>
            <a:pPr>
              <a:lnSpc>
                <a:spcPct val="80000"/>
              </a:lnSpc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Good News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Do not need all low-level technical details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</a:pPr>
            <a:r>
              <a:rPr lang="en-US" altLang="ja-JP" sz="2800" b="0">
                <a:solidFill>
                  <a:schemeClr val="tx1"/>
                </a:solidFill>
                <a:latin typeface="Calibri" panose="020F0502020204030204" pitchFamily="34" charset="0"/>
              </a:rPr>
              <a:t>Sufficient with just enough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4">
            <a:extLst>
              <a:ext uri="{FF2B5EF4-FFF2-40B4-BE49-F238E27FC236}">
                <a16:creationId xmlns:a16="http://schemas.microsoft.com/office/drawing/2014/main" id="{6DA298D9-DDFB-7742-87DB-C90D0C93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Course Theme</a:t>
            </a:r>
          </a:p>
        </p:txBody>
      </p:sp>
      <p:sp>
        <p:nvSpPr>
          <p:cNvPr id="20482" name="Rectangle 5">
            <a:extLst>
              <a:ext uri="{FF2B5EF4-FFF2-40B4-BE49-F238E27FC236}">
                <a16:creationId xmlns:a16="http://schemas.microsoft.com/office/drawing/2014/main" id="{6FFFB58C-896F-C04F-99F0-442C65A2A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685800" indent="-3365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Good programmers understand how programs affect underlying hardware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instructions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Memory access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I/O and timing</a:t>
            </a:r>
          </a:p>
          <a:p>
            <a:pPr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Good programmers understand how programs are affected by underlying hardware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How to avoid hardware limitation</a:t>
            </a:r>
          </a:p>
          <a:p>
            <a:pPr lvl="1">
              <a:lnSpc>
                <a:spcPct val="80000"/>
              </a:lnSpc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ja-JP" sz="2800" b="0" dirty="0">
                <a:latin typeface="Calibri" panose="020F0502020204030204" pitchFamily="34" charset="0"/>
              </a:rPr>
              <a:t>Write programs that are faster, smaller, less prone to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>
            <a:extLst>
              <a:ext uri="{FF2B5EF4-FFF2-40B4-BE49-F238E27FC236}">
                <a16:creationId xmlns:a16="http://schemas.microsoft.com/office/drawing/2014/main" id="{E4B07A4E-5C62-8D4B-B64F-F487EB96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Course Theme</a:t>
            </a:r>
          </a:p>
        </p:txBody>
      </p:sp>
      <p:sp>
        <p:nvSpPr>
          <p:cNvPr id="22530" name="Rectangle 5">
            <a:extLst>
              <a:ext uri="{FF2B5EF4-FFF2-40B4-BE49-F238E27FC236}">
                <a16:creationId xmlns:a16="http://schemas.microsoft.com/office/drawing/2014/main" id="{186462E1-33BE-D142-94AD-D8714F779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82296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Courses so far emphasized abstraction</a:t>
            </a:r>
          </a:p>
          <a:p>
            <a:pPr lvl="1">
              <a:lnSpc>
                <a:spcPct val="80000"/>
              </a:lnSpc>
            </a:pPr>
            <a:r>
              <a:rPr lang="en-US" altLang="en-US" sz="2400" b="0" dirty="0">
                <a:latin typeface="Calibri" panose="020F0502020204030204" pitchFamily="34" charset="0"/>
              </a:rPr>
              <a:t>Abstract data types</a:t>
            </a:r>
          </a:p>
          <a:p>
            <a:pPr lvl="1">
              <a:lnSpc>
                <a:spcPct val="80000"/>
              </a:lnSpc>
            </a:pPr>
            <a:r>
              <a:rPr lang="en-US" altLang="en-US" sz="2400" b="0" dirty="0">
                <a:latin typeface="Calibri" panose="020F0502020204030204" pitchFamily="34" charset="0"/>
              </a:rPr>
              <a:t>Asymptotic analysis</a:t>
            </a:r>
          </a:p>
          <a:p>
            <a:pPr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These abstractions have limits</a:t>
            </a:r>
          </a:p>
          <a:p>
            <a:pPr lvl="1">
              <a:lnSpc>
                <a:spcPct val="80000"/>
              </a:lnSpc>
            </a:pPr>
            <a:r>
              <a:rPr lang="en-US" altLang="en-US" sz="2400" b="0" dirty="0">
                <a:latin typeface="Calibri" panose="020F0502020204030204" pitchFamily="34" charset="0"/>
              </a:rPr>
              <a:t>Especially in the presence of bugs</a:t>
            </a:r>
          </a:p>
          <a:p>
            <a:pPr lvl="1">
              <a:lnSpc>
                <a:spcPct val="80000"/>
              </a:lnSpc>
            </a:pPr>
            <a:r>
              <a:rPr lang="en-US" altLang="en-US" sz="2400" b="0" dirty="0">
                <a:latin typeface="Calibri" panose="020F0502020204030204" pitchFamily="34" charset="0"/>
              </a:rPr>
              <a:t>Need to understand underlying implementations</a:t>
            </a:r>
          </a:p>
          <a:p>
            <a:pPr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Useful outcomes</a:t>
            </a:r>
          </a:p>
          <a:p>
            <a:pPr lvl="1">
              <a:lnSpc>
                <a:spcPct val="80000"/>
              </a:lnSpc>
            </a:pPr>
            <a:r>
              <a:rPr lang="en-US" altLang="en-US" sz="2000" b="0" dirty="0">
                <a:latin typeface="Calibri" panose="020F0502020204030204" pitchFamily="34" charset="0"/>
              </a:rPr>
              <a:t>Become more effective programmers</a:t>
            </a:r>
          </a:p>
          <a:p>
            <a:pPr lvl="2"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Able to find and eliminate bugs efficiently</a:t>
            </a:r>
          </a:p>
          <a:p>
            <a:pPr lvl="2"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Able to tune program performance</a:t>
            </a:r>
          </a:p>
          <a:p>
            <a:pPr lvl="1">
              <a:lnSpc>
                <a:spcPct val="80000"/>
              </a:lnSpc>
            </a:pPr>
            <a:r>
              <a:rPr lang="en-US" altLang="en-US" sz="2000" b="0" dirty="0">
                <a:latin typeface="Calibri" panose="020F0502020204030204" pitchFamily="34" charset="0"/>
              </a:rPr>
              <a:t>Prepare for later </a:t>
            </a:r>
            <a:r>
              <a:rPr lang="ja-JP" altLang="en-US" sz="2000" b="0">
                <a:latin typeface="Calibri" panose="020F0502020204030204" pitchFamily="34" charset="0"/>
              </a:rPr>
              <a:t>“</a:t>
            </a:r>
            <a:r>
              <a:rPr lang="en-US" altLang="ja-JP" sz="2000" b="0" dirty="0">
                <a:latin typeface="Calibri" panose="020F0502020204030204" pitchFamily="34" charset="0"/>
              </a:rPr>
              <a:t>systems</a:t>
            </a:r>
            <a:r>
              <a:rPr lang="ja-JP" altLang="en-US" sz="2000" b="0">
                <a:latin typeface="Calibri" panose="020F0502020204030204" pitchFamily="34" charset="0"/>
              </a:rPr>
              <a:t>”</a:t>
            </a:r>
            <a:r>
              <a:rPr lang="en-US" altLang="ja-JP" sz="2000" b="0" dirty="0">
                <a:latin typeface="Calibri" panose="020F0502020204030204" pitchFamily="34" charset="0"/>
              </a:rPr>
              <a:t> classes in CS &amp; ECE</a:t>
            </a:r>
          </a:p>
          <a:p>
            <a:pPr lvl="2">
              <a:lnSpc>
                <a:spcPct val="80000"/>
              </a:lnSpc>
            </a:pPr>
            <a:r>
              <a:rPr lang="en-US" altLang="en-US" b="0" dirty="0">
                <a:latin typeface="Calibri" panose="020F0502020204030204" pitchFamily="34" charset="0"/>
              </a:rPr>
              <a:t>Compilers, Operating Systems, Networks, Computer Architecture, Embedded Systems</a:t>
            </a:r>
            <a:endParaRPr lang="en-US" altLang="en-US" sz="2800" b="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>
                <a:latin typeface="Calibri" panose="020F0502020204030204" pitchFamily="34" charset="0"/>
              </a:rPr>
              <a:t>Abstraction is good, but don</a:t>
            </a:r>
            <a:r>
              <a:rPr lang="ja-JP" altLang="en-US" sz="2600">
                <a:latin typeface="Calibri" panose="020F0502020204030204" pitchFamily="34" charset="0"/>
              </a:rPr>
              <a:t>’</a:t>
            </a:r>
            <a:r>
              <a:rPr lang="en-US" altLang="ja-JP" sz="2600" dirty="0">
                <a:latin typeface="Calibri" panose="020F0502020204030204" pitchFamily="34" charset="0"/>
              </a:rPr>
              <a:t>t forget reality!</a:t>
            </a:r>
          </a:p>
          <a:p>
            <a:pPr lvl="1">
              <a:lnSpc>
                <a:spcPct val="80000"/>
              </a:lnSpc>
            </a:pPr>
            <a:endParaRPr lang="en-US" altLang="en-US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6">
            <a:extLst>
              <a:ext uri="{FF2B5EF4-FFF2-40B4-BE49-F238E27FC236}">
                <a16:creationId xmlns:a16="http://schemas.microsoft.com/office/drawing/2014/main" id="{5797AF96-5585-C44D-8628-61774CEF8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latin typeface="Calibri" panose="020F0502020204030204" pitchFamily="34" charset="0"/>
              </a:rPr>
              <a:t>Reality #1</a:t>
            </a:r>
          </a:p>
        </p:txBody>
      </p:sp>
      <p:sp>
        <p:nvSpPr>
          <p:cNvPr id="23554" name="Rectangle 7">
            <a:extLst>
              <a:ext uri="{FF2B5EF4-FFF2-40B4-BE49-F238E27FC236}">
                <a16:creationId xmlns:a16="http://schemas.microsoft.com/office/drawing/2014/main" id="{C499C3BF-03FA-4148-93CC-28D3CB921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263650" indent="-295275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700" b="0" i="1">
                <a:solidFill>
                  <a:srgbClr val="CC0000"/>
                </a:solidFill>
                <a:latin typeface="Calibri" panose="020F0502020204030204" pitchFamily="34" charset="0"/>
              </a:rPr>
              <a:t>Int</a:t>
            </a:r>
            <a:r>
              <a:rPr lang="ja-JP" altLang="en-US" sz="2700" b="0" i="1">
                <a:solidFill>
                  <a:srgbClr val="CC0000"/>
                </a:solidFill>
                <a:latin typeface="Calibri" panose="020F0502020204030204" pitchFamily="34" charset="0"/>
              </a:rPr>
              <a:t>’</a:t>
            </a:r>
            <a:r>
              <a:rPr lang="en-US" altLang="ja-JP" sz="2700" b="0" i="1">
                <a:solidFill>
                  <a:srgbClr val="CC0000"/>
                </a:solidFill>
                <a:latin typeface="Calibri" panose="020F0502020204030204" pitchFamily="34" charset="0"/>
              </a:rPr>
              <a:t>s are not Integers, Float</a:t>
            </a:r>
            <a:r>
              <a:rPr lang="ja-JP" altLang="en-US" sz="2700" b="0" i="1">
                <a:solidFill>
                  <a:srgbClr val="CC0000"/>
                </a:solidFill>
                <a:latin typeface="Calibri" panose="020F0502020204030204" pitchFamily="34" charset="0"/>
              </a:rPr>
              <a:t>’</a:t>
            </a:r>
            <a:r>
              <a:rPr lang="en-US" altLang="ja-JP" sz="2700" b="0" i="1">
                <a:solidFill>
                  <a:srgbClr val="CC0000"/>
                </a:solidFill>
                <a:latin typeface="Calibri" panose="020F0502020204030204" pitchFamily="34" charset="0"/>
              </a:rPr>
              <a:t>s are not Reals</a:t>
            </a:r>
            <a:endParaRPr lang="en-US" altLang="ja-JP" b="0" i="1">
              <a:solidFill>
                <a:srgbClr val="CC0000"/>
              </a:solidFill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700" b="0">
                <a:latin typeface="Calibri" panose="020F0502020204030204" pitchFamily="34" charset="0"/>
              </a:rPr>
              <a:t>Examples</a:t>
            </a:r>
          </a:p>
          <a:p>
            <a:pPr lvl="1">
              <a:lnSpc>
                <a:spcPct val="80000"/>
              </a:lnSpc>
            </a:pPr>
            <a:r>
              <a:rPr lang="en-US" altLang="en-US" sz="2400" b="0">
                <a:latin typeface="Calibri" panose="020F0502020204030204" pitchFamily="34" charset="0"/>
              </a:rPr>
              <a:t>Is x</a:t>
            </a:r>
            <a:r>
              <a:rPr lang="en-US" altLang="en-US" sz="2400" b="0" baseline="30000">
                <a:latin typeface="Calibri" panose="020F0502020204030204" pitchFamily="34" charset="0"/>
              </a:rPr>
              <a:t>2</a:t>
            </a:r>
            <a:r>
              <a:rPr lang="en-US" altLang="en-US" sz="2400" b="0">
                <a:latin typeface="Calibri" panose="020F0502020204030204" pitchFamily="34" charset="0"/>
              </a:rPr>
              <a:t> ≥ 0?</a:t>
            </a:r>
          </a:p>
          <a:p>
            <a:pPr lvl="2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Float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>
                <a:latin typeface="Calibri" panose="020F0502020204030204" pitchFamily="34" charset="0"/>
              </a:rPr>
              <a:t>s: 	Yes!</a:t>
            </a:r>
          </a:p>
          <a:p>
            <a:pPr lvl="2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Int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>
                <a:latin typeface="Calibri" panose="020F0502020204030204" pitchFamily="34" charset="0"/>
              </a:rPr>
              <a:t>s:</a:t>
            </a:r>
          </a:p>
          <a:p>
            <a:pPr lvl="3">
              <a:lnSpc>
                <a:spcPct val="80000"/>
              </a:lnSpc>
            </a:pPr>
            <a:r>
              <a:rPr lang="en-US" altLang="en-US" sz="1700" b="0">
                <a:latin typeface="Calibri" panose="020F0502020204030204" pitchFamily="34" charset="0"/>
              </a:rPr>
              <a:t> 40000 * 40000  --&gt; 1600000000</a:t>
            </a:r>
          </a:p>
          <a:p>
            <a:pPr lvl="3">
              <a:lnSpc>
                <a:spcPct val="80000"/>
              </a:lnSpc>
            </a:pPr>
            <a:r>
              <a:rPr lang="en-US" altLang="en-US" sz="1700" b="0">
                <a:latin typeface="Calibri" panose="020F0502020204030204" pitchFamily="34" charset="0"/>
              </a:rPr>
              <a:t> 600000 * 600000  --&gt; ??</a:t>
            </a:r>
          </a:p>
          <a:p>
            <a:pPr lvl="3">
              <a:lnSpc>
                <a:spcPct val="80000"/>
              </a:lnSpc>
            </a:pPr>
            <a:endParaRPr lang="en-US" altLang="en-US" sz="1700" b="0">
              <a:latin typeface="Calibri" panose="020F050202020403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400" b="0">
                <a:latin typeface="Calibri" panose="020F0502020204030204" pitchFamily="34" charset="0"/>
              </a:rPr>
              <a:t>Is (x + y) + z  =  x + (y + z)?</a:t>
            </a:r>
          </a:p>
          <a:p>
            <a:pPr lvl="2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Unsigned &amp; Signed Int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>
                <a:latin typeface="Calibri" panose="020F0502020204030204" pitchFamily="34" charset="0"/>
              </a:rPr>
              <a:t>s: 	Yes!</a:t>
            </a:r>
          </a:p>
          <a:p>
            <a:pPr lvl="2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Float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>
                <a:latin typeface="Calibri" panose="020F0502020204030204" pitchFamily="34" charset="0"/>
              </a:rPr>
              <a:t>s:	</a:t>
            </a:r>
          </a:p>
          <a:p>
            <a:pPr lvl="3">
              <a:lnSpc>
                <a:spcPct val="80000"/>
              </a:lnSpc>
            </a:pPr>
            <a:r>
              <a:rPr lang="en-US" altLang="en-US" sz="1700" b="0">
                <a:latin typeface="Calibri" panose="020F0502020204030204" pitchFamily="34" charset="0"/>
              </a:rPr>
              <a:t> (1e20 + -1e20) + 3.14 --&gt; 3.14</a:t>
            </a:r>
          </a:p>
          <a:p>
            <a:pPr lvl="3">
              <a:lnSpc>
                <a:spcPct val="80000"/>
              </a:lnSpc>
            </a:pPr>
            <a:r>
              <a:rPr lang="en-US" altLang="en-US" sz="1700" b="0">
                <a:latin typeface="Calibri" panose="020F0502020204030204" pitchFamily="34" charset="0"/>
              </a:rPr>
              <a:t> 1e20 + (-1e20 + 3.14) --&gt; 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4">
            <a:extLst>
              <a:ext uri="{FF2B5EF4-FFF2-40B4-BE49-F238E27FC236}">
                <a16:creationId xmlns:a16="http://schemas.microsoft.com/office/drawing/2014/main" id="{C03A2C02-A3F5-FD48-8549-97BFBB302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Computer Arithmetic</a:t>
            </a:r>
          </a:p>
        </p:txBody>
      </p:sp>
      <p:sp>
        <p:nvSpPr>
          <p:cNvPr id="24578" name="Rectangle 5">
            <a:extLst>
              <a:ext uri="{FF2B5EF4-FFF2-40B4-BE49-F238E27FC236}">
                <a16:creationId xmlns:a16="http://schemas.microsoft.com/office/drawing/2014/main" id="{6CE97BF1-BBE5-874B-AA32-382ECBE38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Does not generate random values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Arithmetic operations have important mathematical properties</a:t>
            </a:r>
          </a:p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Cannot assume </a:t>
            </a:r>
            <a:r>
              <a:rPr lang="ja-JP" altLang="en-US" sz="2500" b="0">
                <a:latin typeface="Calibri" panose="020F0502020204030204" pitchFamily="34" charset="0"/>
              </a:rPr>
              <a:t>“</a:t>
            </a:r>
            <a:r>
              <a:rPr lang="en-US" altLang="ja-JP" sz="2500" b="0">
                <a:latin typeface="Calibri" panose="020F0502020204030204" pitchFamily="34" charset="0"/>
              </a:rPr>
              <a:t>usual</a:t>
            </a:r>
            <a:r>
              <a:rPr lang="ja-JP" altLang="en-US" sz="2500" b="0">
                <a:latin typeface="Calibri" panose="020F0502020204030204" pitchFamily="34" charset="0"/>
              </a:rPr>
              <a:t>”</a:t>
            </a:r>
            <a:r>
              <a:rPr lang="en-US" altLang="ja-JP" sz="2500" b="0">
                <a:latin typeface="Calibri" panose="020F0502020204030204" pitchFamily="34" charset="0"/>
              </a:rPr>
              <a:t> properties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Due to finiteness of representations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Integer operations satisfy </a:t>
            </a: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b="0">
                <a:latin typeface="Calibri" panose="020F0502020204030204" pitchFamily="34" charset="0"/>
              </a:rPr>
              <a:t>ring</a:t>
            </a:r>
            <a:r>
              <a:rPr lang="ja-JP" altLang="en-US" b="0">
                <a:latin typeface="Calibri" panose="020F0502020204030204" pitchFamily="34" charset="0"/>
              </a:rPr>
              <a:t>”</a:t>
            </a:r>
            <a:r>
              <a:rPr lang="en-US" altLang="ja-JP" b="0">
                <a:latin typeface="Calibri" panose="020F0502020204030204" pitchFamily="34" charset="0"/>
              </a:rPr>
              <a:t> properties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Commutativity, associativity, distributivity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Floating point operations satisfy </a:t>
            </a: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b="0">
                <a:latin typeface="Calibri" panose="020F0502020204030204" pitchFamily="34" charset="0"/>
              </a:rPr>
              <a:t>ordering</a:t>
            </a:r>
            <a:r>
              <a:rPr lang="ja-JP" altLang="en-US" b="0">
                <a:latin typeface="Calibri" panose="020F0502020204030204" pitchFamily="34" charset="0"/>
              </a:rPr>
              <a:t>”</a:t>
            </a:r>
            <a:r>
              <a:rPr lang="en-US" altLang="ja-JP" b="0">
                <a:latin typeface="Calibri" panose="020F0502020204030204" pitchFamily="34" charset="0"/>
              </a:rPr>
              <a:t> properties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Monotonicity, values of signs</a:t>
            </a:r>
          </a:p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Observation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Need to understand which abstractions apply in which contexts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Important issues for compiler writers and serious application programmers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>
            <a:extLst>
              <a:ext uri="{FF2B5EF4-FFF2-40B4-BE49-F238E27FC236}">
                <a16:creationId xmlns:a16="http://schemas.microsoft.com/office/drawing/2014/main" id="{CCB76077-5095-5B49-8076-CE7817E56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latin typeface="Calibri" panose="020F0502020204030204" pitchFamily="34" charset="0"/>
              </a:rPr>
              <a:t>Reality #2</a:t>
            </a:r>
          </a:p>
        </p:txBody>
      </p:sp>
      <p:sp>
        <p:nvSpPr>
          <p:cNvPr id="25602" name="Rectangle 5">
            <a:extLst>
              <a:ext uri="{FF2B5EF4-FFF2-40B4-BE49-F238E27FC236}">
                <a16:creationId xmlns:a16="http://schemas.microsoft.com/office/drawing/2014/main" id="{CED0DC59-2819-804A-ACFC-C75614BB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You</a:t>
            </a:r>
            <a:r>
              <a:rPr lang="ja-JP" altLang="en-US" sz="2500" b="0">
                <a:latin typeface="Calibri" panose="020F0502020204030204" pitchFamily="34" charset="0"/>
              </a:rPr>
              <a:t>’</a:t>
            </a:r>
            <a:r>
              <a:rPr lang="en-US" altLang="ja-JP" sz="2500" b="0">
                <a:latin typeface="Calibri" panose="020F0502020204030204" pitchFamily="34" charset="0"/>
              </a:rPr>
              <a:t>ve got to know assembly</a:t>
            </a:r>
          </a:p>
          <a:p>
            <a:pPr lvl="2">
              <a:lnSpc>
                <a:spcPct val="80000"/>
              </a:lnSpc>
            </a:pPr>
            <a:endParaRPr lang="en-US" altLang="en-US" sz="1900" b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Chances are, you</a:t>
            </a:r>
            <a:r>
              <a:rPr lang="ja-JP" altLang="en-US" sz="2500" b="0">
                <a:latin typeface="Calibri" panose="020F0502020204030204" pitchFamily="34" charset="0"/>
              </a:rPr>
              <a:t>’</a:t>
            </a:r>
            <a:r>
              <a:rPr lang="en-US" altLang="ja-JP" sz="2500" b="0">
                <a:latin typeface="Calibri" panose="020F0502020204030204" pitchFamily="34" charset="0"/>
              </a:rPr>
              <a:t>ll never write program in assembly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Compilers are much better &amp; more patient than you are</a:t>
            </a:r>
          </a:p>
          <a:p>
            <a:pPr>
              <a:lnSpc>
                <a:spcPct val="80000"/>
              </a:lnSpc>
            </a:pPr>
            <a:r>
              <a:rPr lang="en-US" altLang="en-US" sz="2500" b="0">
                <a:latin typeface="Calibri" panose="020F0502020204030204" pitchFamily="34" charset="0"/>
              </a:rPr>
              <a:t>Understanding assembly is the key to machine-level execution model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Behavior of programs in presence of bugs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High-level language model breaks down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Tuning program performance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Understanding sources of program inefficiency</a:t>
            </a:r>
          </a:p>
          <a:p>
            <a:pPr lvl="1">
              <a:lnSpc>
                <a:spcPct val="80000"/>
              </a:lnSpc>
            </a:pPr>
            <a:r>
              <a:rPr lang="en-US" altLang="en-US" b="0">
                <a:latin typeface="Calibri" panose="020F0502020204030204" pitchFamily="34" charset="0"/>
              </a:rPr>
              <a:t>Implementing system software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Compiler has machine code as target</a:t>
            </a:r>
          </a:p>
          <a:p>
            <a:pPr lvl="2">
              <a:lnSpc>
                <a:spcPct val="80000"/>
              </a:lnSpc>
            </a:pPr>
            <a:r>
              <a:rPr lang="en-US" altLang="en-US" sz="1900" b="0">
                <a:latin typeface="Calibri" panose="020F0502020204030204" pitchFamily="34" charset="0"/>
              </a:rPr>
              <a:t>Operating systems must manage process state</a:t>
            </a:r>
          </a:p>
          <a:p>
            <a:pPr lvl="1">
              <a:lnSpc>
                <a:spcPct val="80000"/>
              </a:lnSpc>
            </a:pPr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>
            <a:extLst>
              <a:ext uri="{FF2B5EF4-FFF2-40B4-BE49-F238E27FC236}">
                <a16:creationId xmlns:a16="http://schemas.microsoft.com/office/drawing/2014/main" id="{8CD87E6D-DA66-DF40-84F7-083938FB9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latin typeface="Calibri" panose="020F0502020204030204" pitchFamily="34" charset="0"/>
              </a:rPr>
              <a:t>Reality #3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95A4E-6124-B243-9092-9F60B8FC66D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49250" algn="l" rtl="0" fontAlgn="base"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0"/>
              <a:buChar char=""/>
              <a:defRPr sz="2400" kern="1200">
                <a:solidFill>
                  <a:srgbClr val="595959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charset="0"/>
              <a:buChar char=""/>
              <a:defRPr sz="2200" kern="1200">
                <a:solidFill>
                  <a:srgbClr val="595959"/>
                </a:solidFill>
                <a:latin typeface="+mn-lt"/>
                <a:ea typeface="ＭＳ Ｐゴシック" charset="0"/>
                <a:cs typeface="+mn-cs"/>
              </a:defRPr>
            </a:lvl2pPr>
            <a:lvl3pPr marL="968375" indent="-282575" algn="l" rtl="0" fontAlgn="base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0"/>
              <a:buChar char=""/>
              <a:defRPr sz="2000" kern="1200">
                <a:solidFill>
                  <a:srgbClr val="595959"/>
                </a:solidFill>
                <a:latin typeface="+mn-lt"/>
                <a:ea typeface="ＭＳ Ｐゴシック" charset="0"/>
                <a:cs typeface="+mn-cs"/>
              </a:defRPr>
            </a:lvl3pPr>
            <a:lvl4pPr marL="1263650" indent="-295275" algn="l" rtl="0" fontAlgn="base"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charset="0"/>
              <a:buChar char=""/>
              <a:defRPr kern="1200">
                <a:solidFill>
                  <a:srgbClr val="595959"/>
                </a:solidFill>
                <a:latin typeface="+mn-lt"/>
                <a:ea typeface="ＭＳ Ｐゴシック" charset="0"/>
                <a:cs typeface="+mn-cs"/>
              </a:defRPr>
            </a:lvl4pPr>
            <a:lvl5pPr marL="1546225" indent="-282575" algn="l" rtl="0" fontAlgn="base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0"/>
              <a:buChar char=""/>
              <a:defRPr kern="1200">
                <a:solidFill>
                  <a:srgbClr val="595959"/>
                </a:solidFill>
                <a:latin typeface="+mn-lt"/>
                <a:ea typeface="ＭＳ Ｐゴシック" charset="0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2700" b="0" i="1" dirty="0">
                <a:solidFill>
                  <a:srgbClr val="CC0000"/>
                </a:solidFill>
                <a:latin typeface="Calibri" charset="0"/>
                <a:cs typeface="+mn-cs"/>
              </a:rPr>
              <a:t>Memory Matters</a:t>
            </a:r>
          </a:p>
          <a:p>
            <a:pPr lvl="2">
              <a:lnSpc>
                <a:spcPct val="75000"/>
              </a:lnSpc>
              <a:spcBef>
                <a:spcPct val="50000"/>
              </a:spcBef>
              <a:buFont typeface="Wingdings" charset="0"/>
              <a:buNone/>
              <a:defRPr/>
            </a:pPr>
            <a:endParaRPr lang="en-US" sz="1700" b="0" i="1" dirty="0">
              <a:solidFill>
                <a:srgbClr val="CC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alibri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2700" b="0" dirty="0">
                <a:latin typeface="Calibri" charset="0"/>
                <a:cs typeface="+mn-cs"/>
              </a:rPr>
              <a:t>Memory is not unbounded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b="0" dirty="0">
                <a:latin typeface="Calibri" charset="0"/>
              </a:rPr>
              <a:t>It must be allocated and managed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b="0" dirty="0">
                <a:latin typeface="Calibri" charset="0"/>
              </a:rPr>
              <a:t>Many applications are memory dominated</a:t>
            </a:r>
          </a:p>
          <a:p>
            <a:pPr>
              <a:lnSpc>
                <a:spcPct val="80000"/>
              </a:lnSpc>
              <a:defRPr/>
            </a:pPr>
            <a:r>
              <a:rPr lang="en-US" sz="2700" b="0" dirty="0">
                <a:latin typeface="Calibri" charset="0"/>
                <a:cs typeface="+mn-cs"/>
              </a:rPr>
              <a:t>Memory referencing bugs especially pernicious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b="0" dirty="0">
                <a:latin typeface="Calibri" charset="0"/>
              </a:rPr>
              <a:t>Effects are distant in both time and space</a:t>
            </a:r>
          </a:p>
          <a:p>
            <a:pPr>
              <a:lnSpc>
                <a:spcPct val="80000"/>
              </a:lnSpc>
              <a:defRPr/>
            </a:pPr>
            <a:r>
              <a:rPr lang="en-US" sz="2700" b="0" dirty="0">
                <a:latin typeface="Calibri" charset="0"/>
                <a:cs typeface="+mn-cs"/>
              </a:rPr>
              <a:t>Memory performance is not uniform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b="0" dirty="0">
                <a:latin typeface="Calibri" charset="0"/>
              </a:rPr>
              <a:t>Cache and virtual memory effects can greatly affect program performance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b="0" dirty="0">
                <a:latin typeface="Calibri" charset="0"/>
              </a:rPr>
              <a:t>Adapting program to characteristics of memory system can lead to major speed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5">
            <a:extLst>
              <a:ext uri="{FF2B5EF4-FFF2-40B4-BE49-F238E27FC236}">
                <a16:creationId xmlns:a16="http://schemas.microsoft.com/office/drawing/2014/main" id="{B86DC15F-4020-E544-89CF-5EF56BBEF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Memory Referencing Bug Example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036CEF-CA86-814C-8C2A-3012EFC07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52600"/>
            <a:ext cx="7315200" cy="2298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lIns="90487" tIns="44450" rIns="90487" bIns="44450">
            <a:spAutoFit/>
          </a:bodyPr>
          <a:lstStyle/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main ()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{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  long </a:t>
            </a:r>
            <a:r>
              <a:rPr lang="en-US" sz="1800" dirty="0" err="1">
                <a:latin typeface="Courier New" pitchFamily="49" charset="0"/>
                <a:ea typeface="+mn-ea"/>
              </a:rPr>
              <a:t>int</a:t>
            </a:r>
            <a:r>
              <a:rPr lang="en-US" sz="1800" dirty="0">
                <a:latin typeface="Courier New" pitchFamily="49" charset="0"/>
                <a:ea typeface="+mn-ea"/>
              </a:rPr>
              <a:t> a[2];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  double d = 3.14;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  a[2] = 1073741824; /* Out of bounds reference */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</a:rPr>
              <a:t>printf</a:t>
            </a:r>
            <a:r>
              <a:rPr lang="en-US" sz="1800" dirty="0">
                <a:latin typeface="Courier New" pitchFamily="49" charset="0"/>
                <a:ea typeface="+mn-ea"/>
              </a:rPr>
              <a:t>("d = %.15g\n", d);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  exit(0);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ea typeface="+mn-ea"/>
              </a:rPr>
              <a:t>}</a:t>
            </a:r>
          </a:p>
        </p:txBody>
      </p:sp>
      <p:grpSp>
        <p:nvGrpSpPr>
          <p:cNvPr id="27651" name="Group 23">
            <a:extLst>
              <a:ext uri="{FF2B5EF4-FFF2-40B4-BE49-F238E27FC236}">
                <a16:creationId xmlns:a16="http://schemas.microsoft.com/office/drawing/2014/main" id="{FAE0A4BD-6154-C248-9524-357C2321575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267200"/>
            <a:ext cx="7018338" cy="1219200"/>
            <a:chOff x="384" y="1776"/>
            <a:chExt cx="4421" cy="768"/>
          </a:xfrm>
        </p:grpSpPr>
        <p:sp>
          <p:nvSpPr>
            <p:cNvPr id="27653" name="Rectangle 22">
              <a:extLst>
                <a:ext uri="{FF2B5EF4-FFF2-40B4-BE49-F238E27FC236}">
                  <a16:creationId xmlns:a16="http://schemas.microsoft.com/office/drawing/2014/main" id="{2B8D2FB5-8117-984A-A8A5-96A4BF80F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776"/>
              <a:ext cx="4421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654" name="Rectangle 6">
              <a:extLst>
                <a:ext uri="{FF2B5EF4-FFF2-40B4-BE49-F238E27FC236}">
                  <a16:creationId xmlns:a16="http://schemas.microsoft.com/office/drawing/2014/main" id="{1B398B09-AC96-7D41-8D60-140D47D73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831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27655" name="Rectangle 8">
              <a:extLst>
                <a:ext uri="{FF2B5EF4-FFF2-40B4-BE49-F238E27FC236}">
                  <a16:creationId xmlns:a16="http://schemas.microsoft.com/office/drawing/2014/main" id="{A143494D-998A-DC42-BAC4-7121D54A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831"/>
              <a:ext cx="5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Alpha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7656" name="Rectangle 9">
              <a:extLst>
                <a:ext uri="{FF2B5EF4-FFF2-40B4-BE49-F238E27FC236}">
                  <a16:creationId xmlns:a16="http://schemas.microsoft.com/office/drawing/2014/main" id="{60B23EF5-111B-B647-910A-D2B5680CD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1831"/>
              <a:ext cx="5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MIPS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7657" name="Rectangle 12">
              <a:extLst>
                <a:ext uri="{FF2B5EF4-FFF2-40B4-BE49-F238E27FC236}">
                  <a16:creationId xmlns:a16="http://schemas.microsoft.com/office/drawing/2014/main" id="{715B4931-6138-7747-A4E6-98589A988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1831"/>
              <a:ext cx="43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Linux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7658" name="Rectangle 13">
              <a:extLst>
                <a:ext uri="{FF2B5EF4-FFF2-40B4-BE49-F238E27FC236}">
                  <a16:creationId xmlns:a16="http://schemas.microsoft.com/office/drawing/2014/main" id="{2066DB5C-224D-C446-838C-A4EB5B97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831"/>
              <a:ext cx="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27659" name="Rectangle 14">
              <a:extLst>
                <a:ext uri="{FF2B5EF4-FFF2-40B4-BE49-F238E27FC236}">
                  <a16:creationId xmlns:a16="http://schemas.microsoft.com/office/drawing/2014/main" id="{03EFCE87-899A-354B-9659-068578466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" y="2069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-g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0" name="Rectangle 15">
              <a:extLst>
                <a:ext uri="{FF2B5EF4-FFF2-40B4-BE49-F238E27FC236}">
                  <a16:creationId xmlns:a16="http://schemas.microsoft.com/office/drawing/2014/main" id="{CFD92D6F-6699-194D-B012-04F85EF07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080"/>
              <a:ext cx="183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5.30498947741318e-315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1" name="Rectangle 16">
              <a:extLst>
                <a:ext uri="{FF2B5EF4-FFF2-40B4-BE49-F238E27FC236}">
                  <a16:creationId xmlns:a16="http://schemas.microsoft.com/office/drawing/2014/main" id="{988CDFB1-9E1C-764A-A975-5AC6CE76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2069"/>
              <a:ext cx="130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3.1399998664856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2" name="Rectangle 17">
              <a:extLst>
                <a:ext uri="{FF2B5EF4-FFF2-40B4-BE49-F238E27FC236}">
                  <a16:creationId xmlns:a16="http://schemas.microsoft.com/office/drawing/2014/main" id="{CF492185-FD69-C343-B4DF-B8E17EA7E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069"/>
              <a:ext cx="3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3.14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3" name="Rectangle 18">
              <a:extLst>
                <a:ext uri="{FF2B5EF4-FFF2-40B4-BE49-F238E27FC236}">
                  <a16:creationId xmlns:a16="http://schemas.microsoft.com/office/drawing/2014/main" id="{EF5A8EBB-04E7-8D4D-A9FA-42F46CFB3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" y="2318"/>
              <a:ext cx="1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-O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4" name="Rectangle 19">
              <a:extLst>
                <a:ext uri="{FF2B5EF4-FFF2-40B4-BE49-F238E27FC236}">
                  <a16:creationId xmlns:a16="http://schemas.microsoft.com/office/drawing/2014/main" id="{D09FE7BB-0767-0142-BD09-0E8344C1D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2318"/>
              <a:ext cx="3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3.14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5" name="Rectangle 20">
              <a:extLst>
                <a:ext uri="{FF2B5EF4-FFF2-40B4-BE49-F238E27FC236}">
                  <a16:creationId xmlns:a16="http://schemas.microsoft.com/office/drawing/2014/main" id="{C840B1FD-11E6-7645-BF30-5624FEB00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2318"/>
              <a:ext cx="3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3.14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6" name="Rectangle 21">
              <a:extLst>
                <a:ext uri="{FF2B5EF4-FFF2-40B4-BE49-F238E27FC236}">
                  <a16:creationId xmlns:a16="http://schemas.microsoft.com/office/drawing/2014/main" id="{555BF513-635A-1F44-8D18-5ACBDC782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318"/>
              <a:ext cx="3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3.14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7652" name="Text Box 24">
            <a:extLst>
              <a:ext uri="{FF2B5EF4-FFF2-40B4-BE49-F238E27FC236}">
                <a16:creationId xmlns:a16="http://schemas.microsoft.com/office/drawing/2014/main" id="{E102B4FB-E132-404D-BDFD-C611BF12C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62600"/>
            <a:ext cx="6629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0">
                <a:latin typeface="Arial" panose="020B0604020202020204" pitchFamily="34" charset="0"/>
              </a:rPr>
              <a:t>(Linux version gives correct result, but implementing as separate function gives segmentation fault.)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6">
            <a:extLst>
              <a:ext uri="{FF2B5EF4-FFF2-40B4-BE49-F238E27FC236}">
                <a16:creationId xmlns:a16="http://schemas.microsoft.com/office/drawing/2014/main" id="{8F97235E-9ACD-5F4D-8EB3-7977190A7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Memory Performance Example</a:t>
            </a:r>
          </a:p>
        </p:txBody>
      </p:sp>
      <p:sp>
        <p:nvSpPr>
          <p:cNvPr id="29698" name="Rectangle 7">
            <a:extLst>
              <a:ext uri="{FF2B5EF4-FFF2-40B4-BE49-F238E27FC236}">
                <a16:creationId xmlns:a16="http://schemas.microsoft.com/office/drawing/2014/main" id="{4226A328-4F22-4546-A7F6-E2DA17277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4678363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5588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b="0"/>
              <a:t>Hierarchical memory organization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0"/>
              <a:t>Performance depends on access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0"/>
              <a:t>Including how step through multi-dimensional array</a:t>
            </a: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4ECF8446-1C6C-344B-AA1D-54E915740973}"/>
              </a:ext>
            </a:extLst>
          </p:cNvPr>
          <p:cNvSpPr>
            <a:spLocks/>
          </p:cNvSpPr>
          <p:nvPr/>
        </p:nvSpPr>
        <p:spPr bwMode="auto">
          <a:xfrm>
            <a:off x="4660900" y="1676400"/>
            <a:ext cx="4114800" cy="2273300"/>
          </a:xfrm>
          <a:prstGeom prst="rect">
            <a:avLst/>
          </a:prstGeom>
          <a:solidFill>
            <a:srgbClr val="D3F2D3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63500" tIns="63500" rIns="63500" bIns="63500"/>
          <a:lstStyle>
            <a:lvl1pPr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void copyji(int src[2048][2048],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        int dst[2048][2048])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{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int i,j;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</a:t>
            </a:r>
            <a:r>
              <a:rPr lang="en-US" altLang="en-US" sz="1600">
                <a:solidFill>
                  <a:srgbClr val="21218A"/>
                </a:solidFill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for (j = 0; j &lt; 2048; j++)</a:t>
            </a:r>
            <a:endParaRPr lang="en-US" altLang="en-US" sz="1600">
              <a:latin typeface="Monaco" pitchFamily="2" charset="77"/>
              <a:ea typeface="Monaco" pitchFamily="2" charset="77"/>
              <a:cs typeface="Monaco" pitchFamily="2" charset="77"/>
              <a:sym typeface="Monaco" pitchFamily="2" charset="77"/>
            </a:endParaRP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</a:t>
            </a:r>
            <a:r>
              <a:rPr lang="en-US" altLang="en-US" sz="1600">
                <a:solidFill>
                  <a:srgbClr val="C00000"/>
                </a:solidFill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for (i = 0; i &lt; 2048; i++)</a:t>
            </a:r>
            <a:endParaRPr lang="en-US" altLang="en-US" sz="1600">
              <a:latin typeface="Monaco" pitchFamily="2" charset="77"/>
              <a:ea typeface="Monaco" pitchFamily="2" charset="77"/>
              <a:cs typeface="Monaco" pitchFamily="2" charset="77"/>
              <a:sym typeface="Monaco" pitchFamily="2" charset="77"/>
            </a:endParaRP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  dst[i][j] = src[i][j];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}</a:t>
            </a:r>
          </a:p>
        </p:txBody>
      </p:sp>
      <p:sp>
        <p:nvSpPr>
          <p:cNvPr id="29700" name="Rectangle 6">
            <a:extLst>
              <a:ext uri="{FF2B5EF4-FFF2-40B4-BE49-F238E27FC236}">
                <a16:creationId xmlns:a16="http://schemas.microsoft.com/office/drawing/2014/main" id="{218005D4-5F58-D647-B6F1-7DD8755AE711}"/>
              </a:ext>
            </a:extLst>
          </p:cNvPr>
          <p:cNvSpPr>
            <a:spLocks/>
          </p:cNvSpPr>
          <p:nvPr/>
        </p:nvSpPr>
        <p:spPr bwMode="auto">
          <a:xfrm>
            <a:off x="431800" y="1676400"/>
            <a:ext cx="4114800" cy="2273300"/>
          </a:xfrm>
          <a:prstGeom prst="rect">
            <a:avLst/>
          </a:prstGeom>
          <a:solidFill>
            <a:srgbClr val="F8F6D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63500" tIns="63500" rIns="63500" bIns="63500"/>
          <a:lstStyle>
            <a:lvl1pPr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void copyij(int src[2048][2048],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        int dst[2048][2048])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{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int i,j;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</a:t>
            </a:r>
            <a:r>
              <a:rPr lang="en-US" altLang="en-US" sz="1600">
                <a:solidFill>
                  <a:srgbClr val="C00000"/>
                </a:solidFill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for (i = 0; i &lt; 2048; i++)</a:t>
            </a:r>
            <a:endParaRPr lang="en-US" altLang="en-US" sz="1600">
              <a:latin typeface="Monaco" pitchFamily="2" charset="77"/>
              <a:ea typeface="Monaco" pitchFamily="2" charset="77"/>
              <a:cs typeface="Monaco" pitchFamily="2" charset="77"/>
              <a:sym typeface="Monaco" pitchFamily="2" charset="77"/>
            </a:endParaRP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</a:t>
            </a:r>
            <a:r>
              <a:rPr lang="en-US" altLang="en-US" sz="1600">
                <a:solidFill>
                  <a:srgbClr val="21218A"/>
                </a:solidFill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for (j = 0; j &lt; 2048; j++)</a:t>
            </a:r>
            <a:endParaRPr lang="en-US" altLang="en-US" sz="1600">
              <a:latin typeface="Monaco" pitchFamily="2" charset="77"/>
              <a:ea typeface="Monaco" pitchFamily="2" charset="77"/>
              <a:cs typeface="Monaco" pitchFamily="2" charset="77"/>
              <a:sym typeface="Monaco" pitchFamily="2" charset="77"/>
            </a:endParaRP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      dst[i][j] = src[i][j];</a:t>
            </a:r>
          </a:p>
          <a:p>
            <a:r>
              <a:rPr lang="en-US" altLang="en-US" sz="1600">
                <a:latin typeface="Monaco" pitchFamily="2" charset="77"/>
                <a:ea typeface="Monaco" pitchFamily="2" charset="77"/>
                <a:cs typeface="Monaco" pitchFamily="2" charset="77"/>
                <a:sym typeface="Monaco" pitchFamily="2" charset="77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E50C1A-36C4-5645-AE5E-181F15BFCAFA}"/>
              </a:ext>
            </a:extLst>
          </p:cNvPr>
          <p:cNvGrpSpPr>
            <a:grpSpLocks/>
          </p:cNvGrpSpPr>
          <p:nvPr/>
        </p:nvGrpSpPr>
        <p:grpSpPr bwMode="auto">
          <a:xfrm>
            <a:off x="4168775" y="2933700"/>
            <a:ext cx="762000" cy="228600"/>
            <a:chOff x="0" y="0"/>
            <a:chExt cx="480" cy="144"/>
          </a:xfrm>
        </p:grpSpPr>
        <p:sp>
          <p:nvSpPr>
            <p:cNvPr id="29703" name="Line 8">
              <a:extLst>
                <a:ext uri="{FF2B5EF4-FFF2-40B4-BE49-F238E27FC236}">
                  <a16:creationId xmlns:a16="http://schemas.microsoft.com/office/drawing/2014/main" id="{24192063-4A9F-844C-86C3-33E100576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48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04" name="Line 9">
              <a:extLst>
                <a:ext uri="{FF2B5EF4-FFF2-40B4-BE49-F238E27FC236}">
                  <a16:creationId xmlns:a16="http://schemas.microsoft.com/office/drawing/2014/main" id="{FB8D3859-5F21-7F4D-8439-0AC1FBE0D1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48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9702" name="Rectangle 10">
            <a:extLst>
              <a:ext uri="{FF2B5EF4-FFF2-40B4-BE49-F238E27FC236}">
                <a16:creationId xmlns:a16="http://schemas.microsoft.com/office/drawing/2014/main" id="{EE38E360-B568-9D4B-AE36-81F4A1D1C9E1}"/>
              </a:ext>
            </a:extLst>
          </p:cNvPr>
          <p:cNvSpPr>
            <a:spLocks/>
          </p:cNvSpPr>
          <p:nvPr/>
        </p:nvSpPr>
        <p:spPr bwMode="auto">
          <a:xfrm>
            <a:off x="6638925" y="3906838"/>
            <a:ext cx="20478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>
                <a:latin typeface="Calibri" panose="020F0502020204030204" pitchFamily="34" charset="0"/>
                <a:sym typeface="Calibri" panose="020F0502020204030204" pitchFamily="34" charset="0"/>
              </a:rPr>
              <a:t>21 times slower</a:t>
            </a:r>
            <a:br>
              <a:rPr lang="en-US" altLang="en-US" b="0">
                <a:latin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b="0">
                <a:latin typeface="Calibri" panose="020F0502020204030204" pitchFamily="34" charset="0"/>
                <a:sym typeface="Calibri" panose="020F0502020204030204" pitchFamily="34" charset="0"/>
              </a:rPr>
              <a:t>(Pentium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6">
            <a:extLst>
              <a:ext uri="{FF2B5EF4-FFF2-40B4-BE49-F238E27FC236}">
                <a16:creationId xmlns:a16="http://schemas.microsoft.com/office/drawing/2014/main" id="{5133A94F-26DC-0A4A-B895-98274BBFC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800">
                <a:latin typeface="Calibri" panose="020F0502020204030204" pitchFamily="34" charset="0"/>
              </a:rPr>
              <a:t>The Memory Mountain</a:t>
            </a:r>
            <a:endParaRPr lang="en-US" altLang="en-US" sz="4600">
              <a:latin typeface="Calibri" panose="020F050202020403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BA3CADF-CB0C-8645-9FED-2F04028569E8}"/>
              </a:ext>
            </a:extLst>
          </p:cNvPr>
          <p:cNvGraphicFramePr>
            <a:graphicFrameLocks noGrp="1"/>
          </p:cNvGraphicFramePr>
          <p:nvPr/>
        </p:nvGraphicFramePr>
        <p:xfrm>
          <a:off x="42333" y="1295400"/>
          <a:ext cx="85725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723" name="Rectangle 12">
            <a:extLst>
              <a:ext uri="{FF2B5EF4-FFF2-40B4-BE49-F238E27FC236}">
                <a16:creationId xmlns:a16="http://schemas.microsoft.com/office/drawing/2014/main" id="{418E32CC-4595-E041-A57C-6B5136117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800100"/>
            <a:ext cx="1752600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 b="0">
                <a:solidFill>
                  <a:srgbClr val="000000"/>
                </a:solidFill>
                <a:latin typeface="Helvetica" pitchFamily="2" charset="0"/>
              </a:rPr>
              <a:t>Intel Core i7</a:t>
            </a:r>
          </a:p>
          <a:p>
            <a:r>
              <a:rPr lang="en-US" altLang="en-US" sz="1400" b="0">
                <a:solidFill>
                  <a:srgbClr val="000000"/>
                </a:solidFill>
                <a:latin typeface="Helvetica" pitchFamily="2" charset="0"/>
              </a:rPr>
              <a:t>2.67 GHz</a:t>
            </a:r>
          </a:p>
          <a:p>
            <a:r>
              <a:rPr lang="en-US" altLang="en-US" sz="1400" b="0">
                <a:solidFill>
                  <a:srgbClr val="000000"/>
                </a:solidFill>
                <a:latin typeface="Helvetica" pitchFamily="2" charset="0"/>
              </a:rPr>
              <a:t>32 KB L1 d-cache</a:t>
            </a:r>
          </a:p>
          <a:p>
            <a:r>
              <a:rPr lang="en-US" altLang="en-US" sz="1400" b="0">
                <a:solidFill>
                  <a:srgbClr val="000000"/>
                </a:solidFill>
                <a:latin typeface="Helvetica" pitchFamily="2" charset="0"/>
              </a:rPr>
              <a:t>256 KB L2 cache</a:t>
            </a:r>
          </a:p>
          <a:p>
            <a:r>
              <a:rPr lang="en-US" altLang="en-US" sz="1400" b="0">
                <a:solidFill>
                  <a:srgbClr val="000000"/>
                </a:solidFill>
                <a:latin typeface="Helvetica" pitchFamily="2" charset="0"/>
              </a:rPr>
              <a:t>8 MB L3 cache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6">
            <a:extLst>
              <a:ext uri="{FF2B5EF4-FFF2-40B4-BE49-F238E27FC236}">
                <a16:creationId xmlns:a16="http://schemas.microsoft.com/office/drawing/2014/main" id="{D8F4CA00-A5FF-B14C-93AC-DD435D334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latin typeface="Calibri" panose="020F0502020204030204" pitchFamily="34" charset="0"/>
              </a:rPr>
              <a:t>Memory Performance Example</a:t>
            </a:r>
          </a:p>
        </p:txBody>
      </p:sp>
      <p:sp>
        <p:nvSpPr>
          <p:cNvPr id="31746" name="Rectangle 7">
            <a:extLst>
              <a:ext uri="{FF2B5EF4-FFF2-40B4-BE49-F238E27FC236}">
                <a16:creationId xmlns:a16="http://schemas.microsoft.com/office/drawing/2014/main" id="{3A6459F9-8864-134C-8FE7-41F1CD46B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685800" indent="-3365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</a:pPr>
            <a:r>
              <a:rPr lang="en-US" altLang="en-US" b="0">
                <a:solidFill>
                  <a:srgbClr val="595959"/>
                </a:solidFill>
                <a:latin typeface="Calibri" panose="020F0502020204030204" pitchFamily="34" charset="0"/>
              </a:rPr>
              <a:t>Implementations of Matrix Multiplication</a:t>
            </a:r>
          </a:p>
          <a:p>
            <a:pPr lvl="1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</a:pPr>
            <a:r>
              <a:rPr lang="en-US" altLang="en-US" sz="2200" b="0">
                <a:solidFill>
                  <a:srgbClr val="595959"/>
                </a:solidFill>
                <a:latin typeface="Calibri" panose="020F0502020204030204" pitchFamily="34" charset="0"/>
              </a:rPr>
              <a:t>Multiple ways to nest loops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7F9F54-60E9-244C-815D-D20A0C2E2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6600"/>
            <a:ext cx="4114800" cy="2508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lIns="90487" tIns="44450" rIns="90487" bIns="44450"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/* ijk */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for (i=0; i&lt;n; i++)  {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for (j=0; j&lt;n; j++) {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sum = 0.0;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for (k=0; k&lt;n; k++) 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  sum += a[i][k] * b[k][j];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c[i][j] = sum;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}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}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7377B0-1903-7948-8CF5-92BE8AB08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276600"/>
            <a:ext cx="4114800" cy="2508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lIns="90487" tIns="44450" rIns="90487" bIns="44450"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/* jik */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for (j=0; j&lt;n; j++) {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for (i=0; i&lt;n; i++) {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sum = 0.0;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for (k=0; k&lt;n; k++)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  sum += a[i][k] * b[k][j];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  c[i][j] = sum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  }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600">
                <a:latin typeface="Courier New" pitchFamily="49" charset="0"/>
                <a:ea typeface="+mn-ea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69" name="Group 415">
            <a:extLst>
              <a:ext uri="{FF2B5EF4-FFF2-40B4-BE49-F238E27FC236}">
                <a16:creationId xmlns:a16="http://schemas.microsoft.com/office/drawing/2014/main" id="{DF284656-D0AB-0B4C-A398-26E3A7222017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3132138"/>
            <a:ext cx="5788025" cy="1185862"/>
            <a:chOff x="525" y="1973"/>
            <a:chExt cx="3646" cy="747"/>
          </a:xfrm>
        </p:grpSpPr>
        <p:sp>
          <p:nvSpPr>
            <p:cNvPr id="33396" name="Line 215">
              <a:extLst>
                <a:ext uri="{FF2B5EF4-FFF2-40B4-BE49-F238E27FC236}">
                  <a16:creationId xmlns:a16="http://schemas.microsoft.com/office/drawing/2014/main" id="{525D6E05-38B5-C547-B42E-3D6D82D91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7" name="Line 216">
              <a:extLst>
                <a:ext uri="{FF2B5EF4-FFF2-40B4-BE49-F238E27FC236}">
                  <a16:creationId xmlns:a16="http://schemas.microsoft.com/office/drawing/2014/main" id="{CCF8D440-054E-1248-91C5-7E440894A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8" name="Line 217">
              <a:extLst>
                <a:ext uri="{FF2B5EF4-FFF2-40B4-BE49-F238E27FC236}">
                  <a16:creationId xmlns:a16="http://schemas.microsoft.com/office/drawing/2014/main" id="{98A9F15A-8128-6C48-90DF-CE0419D5E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9" name="Line 218">
              <a:extLst>
                <a:ext uri="{FF2B5EF4-FFF2-40B4-BE49-F238E27FC236}">
                  <a16:creationId xmlns:a16="http://schemas.microsoft.com/office/drawing/2014/main" id="{39D301C9-F817-8B4B-A018-77CE82C87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0" name="Line 219">
              <a:extLst>
                <a:ext uri="{FF2B5EF4-FFF2-40B4-BE49-F238E27FC236}">
                  <a16:creationId xmlns:a16="http://schemas.microsoft.com/office/drawing/2014/main" id="{9279CF74-96F8-5241-A6A2-9E61E0231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1" name="Line 220">
              <a:extLst>
                <a:ext uri="{FF2B5EF4-FFF2-40B4-BE49-F238E27FC236}">
                  <a16:creationId xmlns:a16="http://schemas.microsoft.com/office/drawing/2014/main" id="{294FD583-1898-B348-865F-C02CFC35A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2" name="Line 221">
              <a:extLst>
                <a:ext uri="{FF2B5EF4-FFF2-40B4-BE49-F238E27FC236}">
                  <a16:creationId xmlns:a16="http://schemas.microsoft.com/office/drawing/2014/main" id="{3D0AB32F-833A-474F-A168-F1BD3C105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3" name="Line 222">
              <a:extLst>
                <a:ext uri="{FF2B5EF4-FFF2-40B4-BE49-F238E27FC236}">
                  <a16:creationId xmlns:a16="http://schemas.microsoft.com/office/drawing/2014/main" id="{E197A454-EBB9-C24C-9E9B-8DB44CF7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4" name="Line 223">
              <a:extLst>
                <a:ext uri="{FF2B5EF4-FFF2-40B4-BE49-F238E27FC236}">
                  <a16:creationId xmlns:a16="http://schemas.microsoft.com/office/drawing/2014/main" id="{39C76FB6-65BC-6848-85D9-575E95C1B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5" name="Line 224">
              <a:extLst>
                <a:ext uri="{FF2B5EF4-FFF2-40B4-BE49-F238E27FC236}">
                  <a16:creationId xmlns:a16="http://schemas.microsoft.com/office/drawing/2014/main" id="{B6DF6FFD-B76C-6B4C-A39E-4AAA70613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6" name="Line 225">
              <a:extLst>
                <a:ext uri="{FF2B5EF4-FFF2-40B4-BE49-F238E27FC236}">
                  <a16:creationId xmlns:a16="http://schemas.microsoft.com/office/drawing/2014/main" id="{F3541DF8-709B-154B-9DF8-F32DA245F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7" name="Line 226">
              <a:extLst>
                <a:ext uri="{FF2B5EF4-FFF2-40B4-BE49-F238E27FC236}">
                  <a16:creationId xmlns:a16="http://schemas.microsoft.com/office/drawing/2014/main" id="{572B745B-B735-A04E-A372-C52D102C0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8" name="Line 227">
              <a:extLst>
                <a:ext uri="{FF2B5EF4-FFF2-40B4-BE49-F238E27FC236}">
                  <a16:creationId xmlns:a16="http://schemas.microsoft.com/office/drawing/2014/main" id="{63E053E6-4B86-CB45-BE87-0BE0B581D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09" name="Line 228">
              <a:extLst>
                <a:ext uri="{FF2B5EF4-FFF2-40B4-BE49-F238E27FC236}">
                  <a16:creationId xmlns:a16="http://schemas.microsoft.com/office/drawing/2014/main" id="{58D1CD0A-A960-E643-8F32-22C6D228F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0" name="Line 229">
              <a:extLst>
                <a:ext uri="{FF2B5EF4-FFF2-40B4-BE49-F238E27FC236}">
                  <a16:creationId xmlns:a16="http://schemas.microsoft.com/office/drawing/2014/main" id="{FB289A12-5F58-7842-B55E-46E0D876C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1" name="Line 230">
              <a:extLst>
                <a:ext uri="{FF2B5EF4-FFF2-40B4-BE49-F238E27FC236}">
                  <a16:creationId xmlns:a16="http://schemas.microsoft.com/office/drawing/2014/main" id="{D8D8B508-A2D4-4B4E-B4F4-B09B37007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2" name="Line 231">
              <a:extLst>
                <a:ext uri="{FF2B5EF4-FFF2-40B4-BE49-F238E27FC236}">
                  <a16:creationId xmlns:a16="http://schemas.microsoft.com/office/drawing/2014/main" id="{A8FD3483-24B5-7940-9A47-3118B52BD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3" name="Line 232">
              <a:extLst>
                <a:ext uri="{FF2B5EF4-FFF2-40B4-BE49-F238E27FC236}">
                  <a16:creationId xmlns:a16="http://schemas.microsoft.com/office/drawing/2014/main" id="{D6F93141-4F56-A64B-AEF6-D811EA084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719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4" name="Line 233">
              <a:extLst>
                <a:ext uri="{FF2B5EF4-FFF2-40B4-BE49-F238E27FC236}">
                  <a16:creationId xmlns:a16="http://schemas.microsoft.com/office/drawing/2014/main" id="{8FDE3C12-521B-2440-8B4A-3D9643A7C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5" name="Line 234">
              <a:extLst>
                <a:ext uri="{FF2B5EF4-FFF2-40B4-BE49-F238E27FC236}">
                  <a16:creationId xmlns:a16="http://schemas.microsoft.com/office/drawing/2014/main" id="{2106CA7F-36A0-2047-88DC-1418908C4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2719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6" name="Line 235">
              <a:extLst>
                <a:ext uri="{FF2B5EF4-FFF2-40B4-BE49-F238E27FC236}">
                  <a16:creationId xmlns:a16="http://schemas.microsoft.com/office/drawing/2014/main" id="{DFB70F2A-34EC-B347-ACF7-8505AB7CB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2719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7" name="Line 236">
              <a:extLst>
                <a:ext uri="{FF2B5EF4-FFF2-40B4-BE49-F238E27FC236}">
                  <a16:creationId xmlns:a16="http://schemas.microsoft.com/office/drawing/2014/main" id="{BE18BC6F-CC63-6A4D-B259-25374B8A6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8" name="Line 237">
              <a:extLst>
                <a:ext uri="{FF2B5EF4-FFF2-40B4-BE49-F238E27FC236}">
                  <a16:creationId xmlns:a16="http://schemas.microsoft.com/office/drawing/2014/main" id="{DF6F71E9-4A7C-9942-A0E8-67AD958C4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19" name="Line 238">
              <a:extLst>
                <a:ext uri="{FF2B5EF4-FFF2-40B4-BE49-F238E27FC236}">
                  <a16:creationId xmlns:a16="http://schemas.microsoft.com/office/drawing/2014/main" id="{A5F27869-F41E-F64F-9E3B-F4A262A75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0" name="Line 239">
              <a:extLst>
                <a:ext uri="{FF2B5EF4-FFF2-40B4-BE49-F238E27FC236}">
                  <a16:creationId xmlns:a16="http://schemas.microsoft.com/office/drawing/2014/main" id="{CC9B3743-5558-2D47-8476-18DE8A199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1" name="Line 240">
              <a:extLst>
                <a:ext uri="{FF2B5EF4-FFF2-40B4-BE49-F238E27FC236}">
                  <a16:creationId xmlns:a16="http://schemas.microsoft.com/office/drawing/2014/main" id="{671AAAB8-128D-004C-BE1A-180CCAB13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2" name="Line 241">
              <a:extLst>
                <a:ext uri="{FF2B5EF4-FFF2-40B4-BE49-F238E27FC236}">
                  <a16:creationId xmlns:a16="http://schemas.microsoft.com/office/drawing/2014/main" id="{4FEA3D8B-FA9B-0241-8CF3-C81403BAD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3" name="Line 242">
              <a:extLst>
                <a:ext uri="{FF2B5EF4-FFF2-40B4-BE49-F238E27FC236}">
                  <a16:creationId xmlns:a16="http://schemas.microsoft.com/office/drawing/2014/main" id="{B76889D1-855A-204E-ACCC-9E41955B6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4" name="Line 243">
              <a:extLst>
                <a:ext uri="{FF2B5EF4-FFF2-40B4-BE49-F238E27FC236}">
                  <a16:creationId xmlns:a16="http://schemas.microsoft.com/office/drawing/2014/main" id="{852D14BE-9470-714A-B8FC-37FE9B948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5" name="Line 244">
              <a:extLst>
                <a:ext uri="{FF2B5EF4-FFF2-40B4-BE49-F238E27FC236}">
                  <a16:creationId xmlns:a16="http://schemas.microsoft.com/office/drawing/2014/main" id="{18143AE7-EF4B-4E46-AE03-FDD329E49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6" name="Line 245">
              <a:extLst>
                <a:ext uri="{FF2B5EF4-FFF2-40B4-BE49-F238E27FC236}">
                  <a16:creationId xmlns:a16="http://schemas.microsoft.com/office/drawing/2014/main" id="{A262C8C1-A2A4-774F-B7E4-24FB4D6ED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7" name="Line 246">
              <a:extLst>
                <a:ext uri="{FF2B5EF4-FFF2-40B4-BE49-F238E27FC236}">
                  <a16:creationId xmlns:a16="http://schemas.microsoft.com/office/drawing/2014/main" id="{31AAE93F-262B-3742-B83B-7824A374F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8" name="Line 247">
              <a:extLst>
                <a:ext uri="{FF2B5EF4-FFF2-40B4-BE49-F238E27FC236}">
                  <a16:creationId xmlns:a16="http://schemas.microsoft.com/office/drawing/2014/main" id="{D66AAD6A-5FD2-1342-9B19-808D772C5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29" name="Line 248">
              <a:extLst>
                <a:ext uri="{FF2B5EF4-FFF2-40B4-BE49-F238E27FC236}">
                  <a16:creationId xmlns:a16="http://schemas.microsoft.com/office/drawing/2014/main" id="{3E90E516-0577-4B41-8602-8825D3C86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0" name="Line 249">
              <a:extLst>
                <a:ext uri="{FF2B5EF4-FFF2-40B4-BE49-F238E27FC236}">
                  <a16:creationId xmlns:a16="http://schemas.microsoft.com/office/drawing/2014/main" id="{2EC58C52-28A7-FC41-A06D-CABDB38ED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1" name="Line 250">
              <a:extLst>
                <a:ext uri="{FF2B5EF4-FFF2-40B4-BE49-F238E27FC236}">
                  <a16:creationId xmlns:a16="http://schemas.microsoft.com/office/drawing/2014/main" id="{DFBA53A6-6680-E347-A0E3-D7D230F96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2" name="Line 251">
              <a:extLst>
                <a:ext uri="{FF2B5EF4-FFF2-40B4-BE49-F238E27FC236}">
                  <a16:creationId xmlns:a16="http://schemas.microsoft.com/office/drawing/2014/main" id="{4D7C0B5D-8307-9B47-80D1-9EFB12B9F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3" name="Line 252">
              <a:extLst>
                <a:ext uri="{FF2B5EF4-FFF2-40B4-BE49-F238E27FC236}">
                  <a16:creationId xmlns:a16="http://schemas.microsoft.com/office/drawing/2014/main" id="{68A2969E-27F0-0F41-941E-629EB9929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4" name="Line 253">
              <a:extLst>
                <a:ext uri="{FF2B5EF4-FFF2-40B4-BE49-F238E27FC236}">
                  <a16:creationId xmlns:a16="http://schemas.microsoft.com/office/drawing/2014/main" id="{D7C7932D-221E-FD4D-B2A1-D3A9CE6A4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5" name="Line 254">
              <a:extLst>
                <a:ext uri="{FF2B5EF4-FFF2-40B4-BE49-F238E27FC236}">
                  <a16:creationId xmlns:a16="http://schemas.microsoft.com/office/drawing/2014/main" id="{78381272-19A7-3345-9B7D-842443AD8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6" name="Line 255">
              <a:extLst>
                <a:ext uri="{FF2B5EF4-FFF2-40B4-BE49-F238E27FC236}">
                  <a16:creationId xmlns:a16="http://schemas.microsoft.com/office/drawing/2014/main" id="{9BB0770D-74E7-8B40-BFAE-C87FA54F1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7" name="Line 256">
              <a:extLst>
                <a:ext uri="{FF2B5EF4-FFF2-40B4-BE49-F238E27FC236}">
                  <a16:creationId xmlns:a16="http://schemas.microsoft.com/office/drawing/2014/main" id="{33F1779E-7B2F-1A4C-92B0-43FB1A15A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8" name="Line 257">
              <a:extLst>
                <a:ext uri="{FF2B5EF4-FFF2-40B4-BE49-F238E27FC236}">
                  <a16:creationId xmlns:a16="http://schemas.microsoft.com/office/drawing/2014/main" id="{115D41CA-5223-CA41-8343-66B80998B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39" name="Line 258">
              <a:extLst>
                <a:ext uri="{FF2B5EF4-FFF2-40B4-BE49-F238E27FC236}">
                  <a16:creationId xmlns:a16="http://schemas.microsoft.com/office/drawing/2014/main" id="{D9783F94-777E-5F43-9620-2320C5E20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0" name="Line 259">
              <a:extLst>
                <a:ext uri="{FF2B5EF4-FFF2-40B4-BE49-F238E27FC236}">
                  <a16:creationId xmlns:a16="http://schemas.microsoft.com/office/drawing/2014/main" id="{FED28366-6F51-C74B-B24A-9143F994B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1" name="Line 260">
              <a:extLst>
                <a:ext uri="{FF2B5EF4-FFF2-40B4-BE49-F238E27FC236}">
                  <a16:creationId xmlns:a16="http://schemas.microsoft.com/office/drawing/2014/main" id="{E48E3F9E-9210-9D4F-A7AA-32009949B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2" name="Line 261">
              <a:extLst>
                <a:ext uri="{FF2B5EF4-FFF2-40B4-BE49-F238E27FC236}">
                  <a16:creationId xmlns:a16="http://schemas.microsoft.com/office/drawing/2014/main" id="{39D876ED-11D1-1B45-813B-449987D57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3" name="Line 262">
              <a:extLst>
                <a:ext uri="{FF2B5EF4-FFF2-40B4-BE49-F238E27FC236}">
                  <a16:creationId xmlns:a16="http://schemas.microsoft.com/office/drawing/2014/main" id="{71BDCE3F-1FE2-2D42-835A-469D05092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4" name="Line 263">
              <a:extLst>
                <a:ext uri="{FF2B5EF4-FFF2-40B4-BE49-F238E27FC236}">
                  <a16:creationId xmlns:a16="http://schemas.microsoft.com/office/drawing/2014/main" id="{863D89DE-EDA8-2E40-A0CD-B67F2B4BA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5" name="Line 264">
              <a:extLst>
                <a:ext uri="{FF2B5EF4-FFF2-40B4-BE49-F238E27FC236}">
                  <a16:creationId xmlns:a16="http://schemas.microsoft.com/office/drawing/2014/main" id="{F7F05B9F-51E9-DF4B-94AC-EBE711289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6" name="Line 265">
              <a:extLst>
                <a:ext uri="{FF2B5EF4-FFF2-40B4-BE49-F238E27FC236}">
                  <a16:creationId xmlns:a16="http://schemas.microsoft.com/office/drawing/2014/main" id="{77BDA975-4475-454C-9B9F-5F9A5E51E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7" name="Line 266">
              <a:extLst>
                <a:ext uri="{FF2B5EF4-FFF2-40B4-BE49-F238E27FC236}">
                  <a16:creationId xmlns:a16="http://schemas.microsoft.com/office/drawing/2014/main" id="{F753F84E-B553-7B49-BD01-9ADD0078F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8" name="Line 267">
              <a:extLst>
                <a:ext uri="{FF2B5EF4-FFF2-40B4-BE49-F238E27FC236}">
                  <a16:creationId xmlns:a16="http://schemas.microsoft.com/office/drawing/2014/main" id="{635AF2C8-6B66-A64F-8D89-552DB2C44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49" name="Line 268">
              <a:extLst>
                <a:ext uri="{FF2B5EF4-FFF2-40B4-BE49-F238E27FC236}">
                  <a16:creationId xmlns:a16="http://schemas.microsoft.com/office/drawing/2014/main" id="{72E36833-D515-3547-B6E4-914253D6D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0" name="Line 269">
              <a:extLst>
                <a:ext uri="{FF2B5EF4-FFF2-40B4-BE49-F238E27FC236}">
                  <a16:creationId xmlns:a16="http://schemas.microsoft.com/office/drawing/2014/main" id="{D793C47E-14B1-AE43-B3D7-3AAB72A34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1" name="Line 270">
              <a:extLst>
                <a:ext uri="{FF2B5EF4-FFF2-40B4-BE49-F238E27FC236}">
                  <a16:creationId xmlns:a16="http://schemas.microsoft.com/office/drawing/2014/main" id="{C800D25F-B534-2341-8CAC-78EABD13E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2" name="Line 271">
              <a:extLst>
                <a:ext uri="{FF2B5EF4-FFF2-40B4-BE49-F238E27FC236}">
                  <a16:creationId xmlns:a16="http://schemas.microsoft.com/office/drawing/2014/main" id="{5C55891A-11E7-B14C-85A6-73EBB5591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3" name="Line 272">
              <a:extLst>
                <a:ext uri="{FF2B5EF4-FFF2-40B4-BE49-F238E27FC236}">
                  <a16:creationId xmlns:a16="http://schemas.microsoft.com/office/drawing/2014/main" id="{D3D277AB-39B5-5D49-BA1E-389429405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4" name="Line 273">
              <a:extLst>
                <a:ext uri="{FF2B5EF4-FFF2-40B4-BE49-F238E27FC236}">
                  <a16:creationId xmlns:a16="http://schemas.microsoft.com/office/drawing/2014/main" id="{5CD78304-955F-2E43-B40D-016E094E2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5" name="Line 274">
              <a:extLst>
                <a:ext uri="{FF2B5EF4-FFF2-40B4-BE49-F238E27FC236}">
                  <a16:creationId xmlns:a16="http://schemas.microsoft.com/office/drawing/2014/main" id="{013D89EC-ACE3-9D46-A4A2-C0985D547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6" name="Line 275">
              <a:extLst>
                <a:ext uri="{FF2B5EF4-FFF2-40B4-BE49-F238E27FC236}">
                  <a16:creationId xmlns:a16="http://schemas.microsoft.com/office/drawing/2014/main" id="{32636908-5B11-BA4D-A40A-B2F33D2B5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7" name="Line 276">
              <a:extLst>
                <a:ext uri="{FF2B5EF4-FFF2-40B4-BE49-F238E27FC236}">
                  <a16:creationId xmlns:a16="http://schemas.microsoft.com/office/drawing/2014/main" id="{35317EB6-B498-A34F-A76D-CFF8F4AAC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8" name="Line 277">
              <a:extLst>
                <a:ext uri="{FF2B5EF4-FFF2-40B4-BE49-F238E27FC236}">
                  <a16:creationId xmlns:a16="http://schemas.microsoft.com/office/drawing/2014/main" id="{6AF4B37C-A9D1-0F4D-814B-5F16EA3E4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59" name="Line 278">
              <a:extLst>
                <a:ext uri="{FF2B5EF4-FFF2-40B4-BE49-F238E27FC236}">
                  <a16:creationId xmlns:a16="http://schemas.microsoft.com/office/drawing/2014/main" id="{5720B0EB-C51C-B441-928A-7FE544091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0" name="Line 279">
              <a:extLst>
                <a:ext uri="{FF2B5EF4-FFF2-40B4-BE49-F238E27FC236}">
                  <a16:creationId xmlns:a16="http://schemas.microsoft.com/office/drawing/2014/main" id="{BEADEE29-317A-3A42-BF12-6F87B18F3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1" name="Line 280">
              <a:extLst>
                <a:ext uri="{FF2B5EF4-FFF2-40B4-BE49-F238E27FC236}">
                  <a16:creationId xmlns:a16="http://schemas.microsoft.com/office/drawing/2014/main" id="{813226CA-7F31-2A41-8CD8-9E436A09E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2" name="Line 281">
              <a:extLst>
                <a:ext uri="{FF2B5EF4-FFF2-40B4-BE49-F238E27FC236}">
                  <a16:creationId xmlns:a16="http://schemas.microsoft.com/office/drawing/2014/main" id="{1CB6E4DA-0BCD-A04D-8371-454A4F645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3" name="Line 282">
              <a:extLst>
                <a:ext uri="{FF2B5EF4-FFF2-40B4-BE49-F238E27FC236}">
                  <a16:creationId xmlns:a16="http://schemas.microsoft.com/office/drawing/2014/main" id="{A154AF21-04C1-A747-8F78-CFABBAE6A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4" name="Line 283">
              <a:extLst>
                <a:ext uri="{FF2B5EF4-FFF2-40B4-BE49-F238E27FC236}">
                  <a16:creationId xmlns:a16="http://schemas.microsoft.com/office/drawing/2014/main" id="{9001E7A0-70B8-994E-BDC6-EEDD11EC6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5" name="Line 284">
              <a:extLst>
                <a:ext uri="{FF2B5EF4-FFF2-40B4-BE49-F238E27FC236}">
                  <a16:creationId xmlns:a16="http://schemas.microsoft.com/office/drawing/2014/main" id="{926AE531-91F7-A74D-83FB-6BA028198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6" name="Line 285">
              <a:extLst>
                <a:ext uri="{FF2B5EF4-FFF2-40B4-BE49-F238E27FC236}">
                  <a16:creationId xmlns:a16="http://schemas.microsoft.com/office/drawing/2014/main" id="{4D7ED8B7-AF49-6242-8F1D-A0C71C908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7" name="Line 286">
              <a:extLst>
                <a:ext uri="{FF2B5EF4-FFF2-40B4-BE49-F238E27FC236}">
                  <a16:creationId xmlns:a16="http://schemas.microsoft.com/office/drawing/2014/main" id="{FA7A49A0-3EFC-B946-A669-5ABE5B05A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8" name="Line 287">
              <a:extLst>
                <a:ext uri="{FF2B5EF4-FFF2-40B4-BE49-F238E27FC236}">
                  <a16:creationId xmlns:a16="http://schemas.microsoft.com/office/drawing/2014/main" id="{43BEAD2A-44AE-BF44-A6D0-183430901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69" name="Line 288">
              <a:extLst>
                <a:ext uri="{FF2B5EF4-FFF2-40B4-BE49-F238E27FC236}">
                  <a16:creationId xmlns:a16="http://schemas.microsoft.com/office/drawing/2014/main" id="{3FF0E703-2007-3D46-8C27-D9E1E9AA6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0" name="Line 289">
              <a:extLst>
                <a:ext uri="{FF2B5EF4-FFF2-40B4-BE49-F238E27FC236}">
                  <a16:creationId xmlns:a16="http://schemas.microsoft.com/office/drawing/2014/main" id="{3CE8A63C-F8BD-B440-B353-4F306AD56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1" name="Line 290">
              <a:extLst>
                <a:ext uri="{FF2B5EF4-FFF2-40B4-BE49-F238E27FC236}">
                  <a16:creationId xmlns:a16="http://schemas.microsoft.com/office/drawing/2014/main" id="{90BF34E7-EA86-5147-ABFF-C9D25D338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2" name="Line 291">
              <a:extLst>
                <a:ext uri="{FF2B5EF4-FFF2-40B4-BE49-F238E27FC236}">
                  <a16:creationId xmlns:a16="http://schemas.microsoft.com/office/drawing/2014/main" id="{F5721DE4-8C82-B84E-90D8-D8946065E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3" name="Line 292">
              <a:extLst>
                <a:ext uri="{FF2B5EF4-FFF2-40B4-BE49-F238E27FC236}">
                  <a16:creationId xmlns:a16="http://schemas.microsoft.com/office/drawing/2014/main" id="{C79FB32E-F5BB-8840-AD69-20CBA8881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4" name="Line 293">
              <a:extLst>
                <a:ext uri="{FF2B5EF4-FFF2-40B4-BE49-F238E27FC236}">
                  <a16:creationId xmlns:a16="http://schemas.microsoft.com/office/drawing/2014/main" id="{12C1AC3B-0CAF-E142-B4AC-7581508CB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5" name="Line 294">
              <a:extLst>
                <a:ext uri="{FF2B5EF4-FFF2-40B4-BE49-F238E27FC236}">
                  <a16:creationId xmlns:a16="http://schemas.microsoft.com/office/drawing/2014/main" id="{8C6BF306-E45A-E14B-908A-CE1105836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6" name="Line 295">
              <a:extLst>
                <a:ext uri="{FF2B5EF4-FFF2-40B4-BE49-F238E27FC236}">
                  <a16:creationId xmlns:a16="http://schemas.microsoft.com/office/drawing/2014/main" id="{DEBC84AE-8E92-6E46-AA31-3E0D9C0EB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7" name="Line 296">
              <a:extLst>
                <a:ext uri="{FF2B5EF4-FFF2-40B4-BE49-F238E27FC236}">
                  <a16:creationId xmlns:a16="http://schemas.microsoft.com/office/drawing/2014/main" id="{7CE2EEA1-BCFD-B346-A44B-07128DBD9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8" name="Line 297">
              <a:extLst>
                <a:ext uri="{FF2B5EF4-FFF2-40B4-BE49-F238E27FC236}">
                  <a16:creationId xmlns:a16="http://schemas.microsoft.com/office/drawing/2014/main" id="{EC4936AB-6DF4-404B-A212-5B41397A4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79" name="Line 298">
              <a:extLst>
                <a:ext uri="{FF2B5EF4-FFF2-40B4-BE49-F238E27FC236}">
                  <a16:creationId xmlns:a16="http://schemas.microsoft.com/office/drawing/2014/main" id="{C0D524FC-1654-AB40-9C0B-882C355B3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0" name="Line 299">
              <a:extLst>
                <a:ext uri="{FF2B5EF4-FFF2-40B4-BE49-F238E27FC236}">
                  <a16:creationId xmlns:a16="http://schemas.microsoft.com/office/drawing/2014/main" id="{980BE44D-CCFB-3F4B-9123-2E48E6427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1" name="Line 300">
              <a:extLst>
                <a:ext uri="{FF2B5EF4-FFF2-40B4-BE49-F238E27FC236}">
                  <a16:creationId xmlns:a16="http://schemas.microsoft.com/office/drawing/2014/main" id="{1E70F08C-B583-2B45-B5AC-D63FC398C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2" name="Line 301">
              <a:extLst>
                <a:ext uri="{FF2B5EF4-FFF2-40B4-BE49-F238E27FC236}">
                  <a16:creationId xmlns:a16="http://schemas.microsoft.com/office/drawing/2014/main" id="{E1A8BF1A-83E9-D742-B97A-49D9C79AB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3" name="Line 302">
              <a:extLst>
                <a:ext uri="{FF2B5EF4-FFF2-40B4-BE49-F238E27FC236}">
                  <a16:creationId xmlns:a16="http://schemas.microsoft.com/office/drawing/2014/main" id="{2C194154-A12A-7C44-B2F4-BCC91F099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4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4" name="Line 303">
              <a:extLst>
                <a:ext uri="{FF2B5EF4-FFF2-40B4-BE49-F238E27FC236}">
                  <a16:creationId xmlns:a16="http://schemas.microsoft.com/office/drawing/2014/main" id="{C920D7FB-C62A-EC49-8F3C-F24FD58B2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5" name="Line 304">
              <a:extLst>
                <a:ext uri="{FF2B5EF4-FFF2-40B4-BE49-F238E27FC236}">
                  <a16:creationId xmlns:a16="http://schemas.microsoft.com/office/drawing/2014/main" id="{6A4B838D-47CC-D647-A64A-551A6C95B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24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6" name="Line 305">
              <a:extLst>
                <a:ext uri="{FF2B5EF4-FFF2-40B4-BE49-F238E27FC236}">
                  <a16:creationId xmlns:a16="http://schemas.microsoft.com/office/drawing/2014/main" id="{ED09DDAC-B338-6A40-AA72-6571B556B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2473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7" name="Line 306">
              <a:extLst>
                <a:ext uri="{FF2B5EF4-FFF2-40B4-BE49-F238E27FC236}">
                  <a16:creationId xmlns:a16="http://schemas.microsoft.com/office/drawing/2014/main" id="{1F20CD34-03F5-5145-A5C1-AAB3D977D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8" name="Line 307">
              <a:extLst>
                <a:ext uri="{FF2B5EF4-FFF2-40B4-BE49-F238E27FC236}">
                  <a16:creationId xmlns:a16="http://schemas.microsoft.com/office/drawing/2014/main" id="{CFA24F36-03C3-9845-B997-8FA2B1C03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89" name="Line 308">
              <a:extLst>
                <a:ext uri="{FF2B5EF4-FFF2-40B4-BE49-F238E27FC236}">
                  <a16:creationId xmlns:a16="http://schemas.microsoft.com/office/drawing/2014/main" id="{CB13FEDA-1D07-5447-AB6C-A4B5455B8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0" name="Line 309">
              <a:extLst>
                <a:ext uri="{FF2B5EF4-FFF2-40B4-BE49-F238E27FC236}">
                  <a16:creationId xmlns:a16="http://schemas.microsoft.com/office/drawing/2014/main" id="{792A22A4-E35E-3C41-94CB-9E781847B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1" name="Line 310">
              <a:extLst>
                <a:ext uri="{FF2B5EF4-FFF2-40B4-BE49-F238E27FC236}">
                  <a16:creationId xmlns:a16="http://schemas.microsoft.com/office/drawing/2014/main" id="{0E2BB6CD-69C3-594F-8171-E3B5A3D0C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2" name="Line 311">
              <a:extLst>
                <a:ext uri="{FF2B5EF4-FFF2-40B4-BE49-F238E27FC236}">
                  <a16:creationId xmlns:a16="http://schemas.microsoft.com/office/drawing/2014/main" id="{1F1E025C-5E73-584E-9DE8-60DC6F40C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3" name="Line 312">
              <a:extLst>
                <a:ext uri="{FF2B5EF4-FFF2-40B4-BE49-F238E27FC236}">
                  <a16:creationId xmlns:a16="http://schemas.microsoft.com/office/drawing/2014/main" id="{3211B14E-75C5-884D-BF56-14646C378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4" name="Line 313">
              <a:extLst>
                <a:ext uri="{FF2B5EF4-FFF2-40B4-BE49-F238E27FC236}">
                  <a16:creationId xmlns:a16="http://schemas.microsoft.com/office/drawing/2014/main" id="{2145C20E-DEE3-1044-B9B4-D764CD66F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5" name="Line 314">
              <a:extLst>
                <a:ext uri="{FF2B5EF4-FFF2-40B4-BE49-F238E27FC236}">
                  <a16:creationId xmlns:a16="http://schemas.microsoft.com/office/drawing/2014/main" id="{74F980FF-E2F6-D54B-AC10-37AF51E16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6" name="Line 315">
              <a:extLst>
                <a:ext uri="{FF2B5EF4-FFF2-40B4-BE49-F238E27FC236}">
                  <a16:creationId xmlns:a16="http://schemas.microsoft.com/office/drawing/2014/main" id="{29F34D39-4B99-8748-B992-946CE8DA7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7" name="Line 316">
              <a:extLst>
                <a:ext uri="{FF2B5EF4-FFF2-40B4-BE49-F238E27FC236}">
                  <a16:creationId xmlns:a16="http://schemas.microsoft.com/office/drawing/2014/main" id="{0E0EF109-A76F-D44C-B8A9-47EF52DDF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8" name="Line 317">
              <a:extLst>
                <a:ext uri="{FF2B5EF4-FFF2-40B4-BE49-F238E27FC236}">
                  <a16:creationId xmlns:a16="http://schemas.microsoft.com/office/drawing/2014/main" id="{986F8A4C-9AB2-AD4D-B23F-9BC0120E1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99" name="Line 318">
              <a:extLst>
                <a:ext uri="{FF2B5EF4-FFF2-40B4-BE49-F238E27FC236}">
                  <a16:creationId xmlns:a16="http://schemas.microsoft.com/office/drawing/2014/main" id="{AB256084-86C0-DF4D-BDE6-5685595F7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0" name="Line 319">
              <a:extLst>
                <a:ext uri="{FF2B5EF4-FFF2-40B4-BE49-F238E27FC236}">
                  <a16:creationId xmlns:a16="http://schemas.microsoft.com/office/drawing/2014/main" id="{8538A213-F4B7-0847-BBFD-75DE455DA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1" name="Line 320">
              <a:extLst>
                <a:ext uri="{FF2B5EF4-FFF2-40B4-BE49-F238E27FC236}">
                  <a16:creationId xmlns:a16="http://schemas.microsoft.com/office/drawing/2014/main" id="{086328D5-3D79-F243-BA6A-32892E311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2" name="Line 321">
              <a:extLst>
                <a:ext uri="{FF2B5EF4-FFF2-40B4-BE49-F238E27FC236}">
                  <a16:creationId xmlns:a16="http://schemas.microsoft.com/office/drawing/2014/main" id="{3291D1B7-0FEF-B749-96AE-4783D695E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3" name="Line 322">
              <a:extLst>
                <a:ext uri="{FF2B5EF4-FFF2-40B4-BE49-F238E27FC236}">
                  <a16:creationId xmlns:a16="http://schemas.microsoft.com/office/drawing/2014/main" id="{447DDF18-586A-5A41-91DF-384A265AD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4" name="Line 323">
              <a:extLst>
                <a:ext uri="{FF2B5EF4-FFF2-40B4-BE49-F238E27FC236}">
                  <a16:creationId xmlns:a16="http://schemas.microsoft.com/office/drawing/2014/main" id="{BD0363C1-9FC7-304C-B58E-66F45068A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5" name="Line 324">
              <a:extLst>
                <a:ext uri="{FF2B5EF4-FFF2-40B4-BE49-F238E27FC236}">
                  <a16:creationId xmlns:a16="http://schemas.microsoft.com/office/drawing/2014/main" id="{AC510F98-7ADE-E342-A980-495F2FC26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6" name="Line 325">
              <a:extLst>
                <a:ext uri="{FF2B5EF4-FFF2-40B4-BE49-F238E27FC236}">
                  <a16:creationId xmlns:a16="http://schemas.microsoft.com/office/drawing/2014/main" id="{827822D0-48F1-834B-9D43-15C1CDB50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7" name="Line 326">
              <a:extLst>
                <a:ext uri="{FF2B5EF4-FFF2-40B4-BE49-F238E27FC236}">
                  <a16:creationId xmlns:a16="http://schemas.microsoft.com/office/drawing/2014/main" id="{A890D62C-31DB-1B49-9F3E-68D749575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8" name="Line 327">
              <a:extLst>
                <a:ext uri="{FF2B5EF4-FFF2-40B4-BE49-F238E27FC236}">
                  <a16:creationId xmlns:a16="http://schemas.microsoft.com/office/drawing/2014/main" id="{AD77C82D-F268-E14B-A547-7977DEE56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09" name="Line 328">
              <a:extLst>
                <a:ext uri="{FF2B5EF4-FFF2-40B4-BE49-F238E27FC236}">
                  <a16:creationId xmlns:a16="http://schemas.microsoft.com/office/drawing/2014/main" id="{B64133D0-02E3-DC47-9B3C-D5AEDF176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0" name="Line 329">
              <a:extLst>
                <a:ext uri="{FF2B5EF4-FFF2-40B4-BE49-F238E27FC236}">
                  <a16:creationId xmlns:a16="http://schemas.microsoft.com/office/drawing/2014/main" id="{EC13CC9A-2D3E-1543-AA0E-AA17B661A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1" name="Line 330">
              <a:extLst>
                <a:ext uri="{FF2B5EF4-FFF2-40B4-BE49-F238E27FC236}">
                  <a16:creationId xmlns:a16="http://schemas.microsoft.com/office/drawing/2014/main" id="{8F76A667-12D8-8C41-8889-C6EBC8C87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2" name="Line 331">
              <a:extLst>
                <a:ext uri="{FF2B5EF4-FFF2-40B4-BE49-F238E27FC236}">
                  <a16:creationId xmlns:a16="http://schemas.microsoft.com/office/drawing/2014/main" id="{654684DA-3D42-2245-8051-FB80084C3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3" name="Line 332">
              <a:extLst>
                <a:ext uri="{FF2B5EF4-FFF2-40B4-BE49-F238E27FC236}">
                  <a16:creationId xmlns:a16="http://schemas.microsoft.com/office/drawing/2014/main" id="{DF855656-690F-134E-AAC5-EFE4E3C08B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4" name="Line 333">
              <a:extLst>
                <a:ext uri="{FF2B5EF4-FFF2-40B4-BE49-F238E27FC236}">
                  <a16:creationId xmlns:a16="http://schemas.microsoft.com/office/drawing/2014/main" id="{E08036BB-3202-7241-9C5E-7B8FDB4DB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5" name="Line 334">
              <a:extLst>
                <a:ext uri="{FF2B5EF4-FFF2-40B4-BE49-F238E27FC236}">
                  <a16:creationId xmlns:a16="http://schemas.microsoft.com/office/drawing/2014/main" id="{0D3C4F20-CCB7-6C42-8F8E-11808B203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6" name="Line 335">
              <a:extLst>
                <a:ext uri="{FF2B5EF4-FFF2-40B4-BE49-F238E27FC236}">
                  <a16:creationId xmlns:a16="http://schemas.microsoft.com/office/drawing/2014/main" id="{47F1C818-7ADA-2649-B420-59FD8E016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7" name="Line 336">
              <a:extLst>
                <a:ext uri="{FF2B5EF4-FFF2-40B4-BE49-F238E27FC236}">
                  <a16:creationId xmlns:a16="http://schemas.microsoft.com/office/drawing/2014/main" id="{7E51F1B5-4FAA-AF4E-B08D-8A8AD1B83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8" name="Line 337">
              <a:extLst>
                <a:ext uri="{FF2B5EF4-FFF2-40B4-BE49-F238E27FC236}">
                  <a16:creationId xmlns:a16="http://schemas.microsoft.com/office/drawing/2014/main" id="{DE5C4F4F-4EE0-F94E-8382-106290DD1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19" name="Line 338">
              <a:extLst>
                <a:ext uri="{FF2B5EF4-FFF2-40B4-BE49-F238E27FC236}">
                  <a16:creationId xmlns:a16="http://schemas.microsoft.com/office/drawing/2014/main" id="{FF593863-9D5C-8A41-B412-5AB5562B1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0" name="Line 339">
              <a:extLst>
                <a:ext uri="{FF2B5EF4-FFF2-40B4-BE49-F238E27FC236}">
                  <a16:creationId xmlns:a16="http://schemas.microsoft.com/office/drawing/2014/main" id="{6A0DB771-C1D8-4549-B091-A01C03447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1" name="Line 340">
              <a:extLst>
                <a:ext uri="{FF2B5EF4-FFF2-40B4-BE49-F238E27FC236}">
                  <a16:creationId xmlns:a16="http://schemas.microsoft.com/office/drawing/2014/main" id="{1BF61F04-9B6A-9446-B685-A75911875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2" name="Line 341">
              <a:extLst>
                <a:ext uri="{FF2B5EF4-FFF2-40B4-BE49-F238E27FC236}">
                  <a16:creationId xmlns:a16="http://schemas.microsoft.com/office/drawing/2014/main" id="{299C1542-58E8-564A-9A87-E4A128C41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3" name="Line 342">
              <a:extLst>
                <a:ext uri="{FF2B5EF4-FFF2-40B4-BE49-F238E27FC236}">
                  <a16:creationId xmlns:a16="http://schemas.microsoft.com/office/drawing/2014/main" id="{BBDAA8A6-C7A0-C14A-A3D5-A486E6A30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4" name="Line 343">
              <a:extLst>
                <a:ext uri="{FF2B5EF4-FFF2-40B4-BE49-F238E27FC236}">
                  <a16:creationId xmlns:a16="http://schemas.microsoft.com/office/drawing/2014/main" id="{04BA666A-0E2A-2343-895F-89CD5AE2B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5" name="Line 344">
              <a:extLst>
                <a:ext uri="{FF2B5EF4-FFF2-40B4-BE49-F238E27FC236}">
                  <a16:creationId xmlns:a16="http://schemas.microsoft.com/office/drawing/2014/main" id="{CA2EFC3C-BCE3-F242-8597-E2DABB06B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6" name="Line 345">
              <a:extLst>
                <a:ext uri="{FF2B5EF4-FFF2-40B4-BE49-F238E27FC236}">
                  <a16:creationId xmlns:a16="http://schemas.microsoft.com/office/drawing/2014/main" id="{AA0993C2-6477-474B-B09E-B6EE73D9D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7" name="Line 346">
              <a:extLst>
                <a:ext uri="{FF2B5EF4-FFF2-40B4-BE49-F238E27FC236}">
                  <a16:creationId xmlns:a16="http://schemas.microsoft.com/office/drawing/2014/main" id="{65961A4C-E652-A64D-922F-F0FFAAE6C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8" name="Line 347">
              <a:extLst>
                <a:ext uri="{FF2B5EF4-FFF2-40B4-BE49-F238E27FC236}">
                  <a16:creationId xmlns:a16="http://schemas.microsoft.com/office/drawing/2014/main" id="{3DF5D4F3-EF62-8449-8AC4-FB0613474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29" name="Line 348">
              <a:extLst>
                <a:ext uri="{FF2B5EF4-FFF2-40B4-BE49-F238E27FC236}">
                  <a16:creationId xmlns:a16="http://schemas.microsoft.com/office/drawing/2014/main" id="{BAF4E2DC-EEAF-F84F-AE67-6B601EF69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0" name="Line 349">
              <a:extLst>
                <a:ext uri="{FF2B5EF4-FFF2-40B4-BE49-F238E27FC236}">
                  <a16:creationId xmlns:a16="http://schemas.microsoft.com/office/drawing/2014/main" id="{D901916F-DA85-9347-AC27-45E1FA7F2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1" name="Line 350">
              <a:extLst>
                <a:ext uri="{FF2B5EF4-FFF2-40B4-BE49-F238E27FC236}">
                  <a16:creationId xmlns:a16="http://schemas.microsoft.com/office/drawing/2014/main" id="{35ED36D9-7404-684D-BB34-C5F5A1EDA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2" name="Line 351">
              <a:extLst>
                <a:ext uri="{FF2B5EF4-FFF2-40B4-BE49-F238E27FC236}">
                  <a16:creationId xmlns:a16="http://schemas.microsoft.com/office/drawing/2014/main" id="{D5818506-BEB6-8B4E-A4AC-0DE07E859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3" name="Line 352">
              <a:extLst>
                <a:ext uri="{FF2B5EF4-FFF2-40B4-BE49-F238E27FC236}">
                  <a16:creationId xmlns:a16="http://schemas.microsoft.com/office/drawing/2014/main" id="{73D78CC3-BCC7-814F-B4F6-F6BAD40ED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4" name="Line 353">
              <a:extLst>
                <a:ext uri="{FF2B5EF4-FFF2-40B4-BE49-F238E27FC236}">
                  <a16:creationId xmlns:a16="http://schemas.microsoft.com/office/drawing/2014/main" id="{79658287-2D75-DA47-B993-76A196F6F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5" name="Line 354">
              <a:extLst>
                <a:ext uri="{FF2B5EF4-FFF2-40B4-BE49-F238E27FC236}">
                  <a16:creationId xmlns:a16="http://schemas.microsoft.com/office/drawing/2014/main" id="{E1391747-EFE8-4B42-A1B0-2360BD8C2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6" name="Line 355">
              <a:extLst>
                <a:ext uri="{FF2B5EF4-FFF2-40B4-BE49-F238E27FC236}">
                  <a16:creationId xmlns:a16="http://schemas.microsoft.com/office/drawing/2014/main" id="{6F5C381E-BDBC-DF49-99CD-60779B281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7" name="Line 356">
              <a:extLst>
                <a:ext uri="{FF2B5EF4-FFF2-40B4-BE49-F238E27FC236}">
                  <a16:creationId xmlns:a16="http://schemas.microsoft.com/office/drawing/2014/main" id="{06E64FE0-91B2-3040-B5FA-AF095110A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8" name="Line 357">
              <a:extLst>
                <a:ext uri="{FF2B5EF4-FFF2-40B4-BE49-F238E27FC236}">
                  <a16:creationId xmlns:a16="http://schemas.microsoft.com/office/drawing/2014/main" id="{AEA2635C-95BE-F947-91C8-782A1C4B3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39" name="Line 358">
              <a:extLst>
                <a:ext uri="{FF2B5EF4-FFF2-40B4-BE49-F238E27FC236}">
                  <a16:creationId xmlns:a16="http://schemas.microsoft.com/office/drawing/2014/main" id="{E829D47B-5FA6-794F-AB9E-120A4A187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0" name="Line 359">
              <a:extLst>
                <a:ext uri="{FF2B5EF4-FFF2-40B4-BE49-F238E27FC236}">
                  <a16:creationId xmlns:a16="http://schemas.microsoft.com/office/drawing/2014/main" id="{2CF6C018-3182-A94B-82BB-588E11DC0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1" name="Line 360">
              <a:extLst>
                <a:ext uri="{FF2B5EF4-FFF2-40B4-BE49-F238E27FC236}">
                  <a16:creationId xmlns:a16="http://schemas.microsoft.com/office/drawing/2014/main" id="{B0474B1B-549D-9342-8B2C-6D1E8A53A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2" name="Line 361">
              <a:extLst>
                <a:ext uri="{FF2B5EF4-FFF2-40B4-BE49-F238E27FC236}">
                  <a16:creationId xmlns:a16="http://schemas.microsoft.com/office/drawing/2014/main" id="{DA76E143-ACCE-EE47-A301-74EABAD4A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3" name="Line 362">
              <a:extLst>
                <a:ext uri="{FF2B5EF4-FFF2-40B4-BE49-F238E27FC236}">
                  <a16:creationId xmlns:a16="http://schemas.microsoft.com/office/drawing/2014/main" id="{3CBAE4E5-70EA-194E-B657-8AF987220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4" name="Line 363">
              <a:extLst>
                <a:ext uri="{FF2B5EF4-FFF2-40B4-BE49-F238E27FC236}">
                  <a16:creationId xmlns:a16="http://schemas.microsoft.com/office/drawing/2014/main" id="{94D0083D-18FD-D742-88DB-A1FA9F355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5" name="Line 364">
              <a:extLst>
                <a:ext uri="{FF2B5EF4-FFF2-40B4-BE49-F238E27FC236}">
                  <a16:creationId xmlns:a16="http://schemas.microsoft.com/office/drawing/2014/main" id="{B2B338C2-938F-FC46-A36D-52538F094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6" name="Line 365">
              <a:extLst>
                <a:ext uri="{FF2B5EF4-FFF2-40B4-BE49-F238E27FC236}">
                  <a16:creationId xmlns:a16="http://schemas.microsoft.com/office/drawing/2014/main" id="{832CA5C8-1276-5B43-A68B-C598A7286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7" name="Line 366">
              <a:extLst>
                <a:ext uri="{FF2B5EF4-FFF2-40B4-BE49-F238E27FC236}">
                  <a16:creationId xmlns:a16="http://schemas.microsoft.com/office/drawing/2014/main" id="{AD9D270B-ABA4-C742-8F69-EC42693EB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8" name="Line 367">
              <a:extLst>
                <a:ext uri="{FF2B5EF4-FFF2-40B4-BE49-F238E27FC236}">
                  <a16:creationId xmlns:a16="http://schemas.microsoft.com/office/drawing/2014/main" id="{BD2AD7A5-19C4-9F4B-871B-6E4998B4D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49" name="Line 368">
              <a:extLst>
                <a:ext uri="{FF2B5EF4-FFF2-40B4-BE49-F238E27FC236}">
                  <a16:creationId xmlns:a16="http://schemas.microsoft.com/office/drawing/2014/main" id="{FC19C008-49A1-6545-BB6C-AECEECE21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0" name="Line 369">
              <a:extLst>
                <a:ext uri="{FF2B5EF4-FFF2-40B4-BE49-F238E27FC236}">
                  <a16:creationId xmlns:a16="http://schemas.microsoft.com/office/drawing/2014/main" id="{BE45B15D-48A9-C646-8682-29313F2D0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1" name="Line 370">
              <a:extLst>
                <a:ext uri="{FF2B5EF4-FFF2-40B4-BE49-F238E27FC236}">
                  <a16:creationId xmlns:a16="http://schemas.microsoft.com/office/drawing/2014/main" id="{64E32B11-EB8A-124D-ADCE-B1AB2FF4A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2" name="Line 371">
              <a:extLst>
                <a:ext uri="{FF2B5EF4-FFF2-40B4-BE49-F238E27FC236}">
                  <a16:creationId xmlns:a16="http://schemas.microsoft.com/office/drawing/2014/main" id="{7DB6F93A-0264-4843-96E9-6D9161A7B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3" name="Line 372">
              <a:extLst>
                <a:ext uri="{FF2B5EF4-FFF2-40B4-BE49-F238E27FC236}">
                  <a16:creationId xmlns:a16="http://schemas.microsoft.com/office/drawing/2014/main" id="{A777136C-0B2F-B64E-A0F4-841C17D92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2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4" name="Line 373">
              <a:extLst>
                <a:ext uri="{FF2B5EF4-FFF2-40B4-BE49-F238E27FC236}">
                  <a16:creationId xmlns:a16="http://schemas.microsoft.com/office/drawing/2014/main" id="{DF38F858-A065-B349-92E3-A7D0FD7BA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5" name="Line 374">
              <a:extLst>
                <a:ext uri="{FF2B5EF4-FFF2-40B4-BE49-F238E27FC236}">
                  <a16:creationId xmlns:a16="http://schemas.microsoft.com/office/drawing/2014/main" id="{73A27764-E2BE-354A-8293-7472C3F30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22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6" name="Line 375">
              <a:extLst>
                <a:ext uri="{FF2B5EF4-FFF2-40B4-BE49-F238E27FC236}">
                  <a16:creationId xmlns:a16="http://schemas.microsoft.com/office/drawing/2014/main" id="{CF03FF15-B29C-6248-871E-EDFD47863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2227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7" name="Line 376">
              <a:extLst>
                <a:ext uri="{FF2B5EF4-FFF2-40B4-BE49-F238E27FC236}">
                  <a16:creationId xmlns:a16="http://schemas.microsoft.com/office/drawing/2014/main" id="{456394AF-4EF4-B246-A194-E79F1EC84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8" name="Line 377">
              <a:extLst>
                <a:ext uri="{FF2B5EF4-FFF2-40B4-BE49-F238E27FC236}">
                  <a16:creationId xmlns:a16="http://schemas.microsoft.com/office/drawing/2014/main" id="{3FCE5BCD-065A-2643-95DE-67D3AD3D9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59" name="Line 378">
              <a:extLst>
                <a:ext uri="{FF2B5EF4-FFF2-40B4-BE49-F238E27FC236}">
                  <a16:creationId xmlns:a16="http://schemas.microsoft.com/office/drawing/2014/main" id="{60FC5AF6-9FDB-AD49-A073-ED5CA3627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0" name="Line 379">
              <a:extLst>
                <a:ext uri="{FF2B5EF4-FFF2-40B4-BE49-F238E27FC236}">
                  <a16:creationId xmlns:a16="http://schemas.microsoft.com/office/drawing/2014/main" id="{8EC21217-1FAB-8D4B-AA49-8599AEE52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1" name="Line 380">
              <a:extLst>
                <a:ext uri="{FF2B5EF4-FFF2-40B4-BE49-F238E27FC236}">
                  <a16:creationId xmlns:a16="http://schemas.microsoft.com/office/drawing/2014/main" id="{0EEC0E83-4745-B247-B44B-0D397CF6B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2" name="Line 381">
              <a:extLst>
                <a:ext uri="{FF2B5EF4-FFF2-40B4-BE49-F238E27FC236}">
                  <a16:creationId xmlns:a16="http://schemas.microsoft.com/office/drawing/2014/main" id="{1B746833-EDF9-6E47-A00B-4E36B744C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3" name="Line 382">
              <a:extLst>
                <a:ext uri="{FF2B5EF4-FFF2-40B4-BE49-F238E27FC236}">
                  <a16:creationId xmlns:a16="http://schemas.microsoft.com/office/drawing/2014/main" id="{C118495F-DE82-F64D-B819-441790DAC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4" name="Line 383">
              <a:extLst>
                <a:ext uri="{FF2B5EF4-FFF2-40B4-BE49-F238E27FC236}">
                  <a16:creationId xmlns:a16="http://schemas.microsoft.com/office/drawing/2014/main" id="{1038F70B-75F2-C74F-8FD0-0905608F5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5" name="Line 384">
              <a:extLst>
                <a:ext uri="{FF2B5EF4-FFF2-40B4-BE49-F238E27FC236}">
                  <a16:creationId xmlns:a16="http://schemas.microsoft.com/office/drawing/2014/main" id="{753C18B8-DD9B-AF4F-B749-096DD9F1F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6" name="Line 385">
              <a:extLst>
                <a:ext uri="{FF2B5EF4-FFF2-40B4-BE49-F238E27FC236}">
                  <a16:creationId xmlns:a16="http://schemas.microsoft.com/office/drawing/2014/main" id="{EA4FEA04-BC26-9941-B9EA-BDE4F7C20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7" name="Line 386">
              <a:extLst>
                <a:ext uri="{FF2B5EF4-FFF2-40B4-BE49-F238E27FC236}">
                  <a16:creationId xmlns:a16="http://schemas.microsoft.com/office/drawing/2014/main" id="{A2F8AA13-BF45-204C-B1CC-EB0BB97D5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8" name="Line 387">
              <a:extLst>
                <a:ext uri="{FF2B5EF4-FFF2-40B4-BE49-F238E27FC236}">
                  <a16:creationId xmlns:a16="http://schemas.microsoft.com/office/drawing/2014/main" id="{54B44DCE-3A30-BB45-B8A4-642048B63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69" name="Line 388">
              <a:extLst>
                <a:ext uri="{FF2B5EF4-FFF2-40B4-BE49-F238E27FC236}">
                  <a16:creationId xmlns:a16="http://schemas.microsoft.com/office/drawing/2014/main" id="{C31EDC59-FD37-464E-8F22-41828236C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0" name="Line 389">
              <a:extLst>
                <a:ext uri="{FF2B5EF4-FFF2-40B4-BE49-F238E27FC236}">
                  <a16:creationId xmlns:a16="http://schemas.microsoft.com/office/drawing/2014/main" id="{4B8A136F-9FB4-6742-B74D-C3A140DBD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1" name="Line 390">
              <a:extLst>
                <a:ext uri="{FF2B5EF4-FFF2-40B4-BE49-F238E27FC236}">
                  <a16:creationId xmlns:a16="http://schemas.microsoft.com/office/drawing/2014/main" id="{C2DAD5B5-E38B-A549-9F16-72FA88BD7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2" name="Line 391">
              <a:extLst>
                <a:ext uri="{FF2B5EF4-FFF2-40B4-BE49-F238E27FC236}">
                  <a16:creationId xmlns:a16="http://schemas.microsoft.com/office/drawing/2014/main" id="{B6851968-4AF0-F046-83BB-99CD662CF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3" name="Line 392">
              <a:extLst>
                <a:ext uri="{FF2B5EF4-FFF2-40B4-BE49-F238E27FC236}">
                  <a16:creationId xmlns:a16="http://schemas.microsoft.com/office/drawing/2014/main" id="{72920669-FED9-0146-86FA-D4A07C5DC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4" name="Line 393">
              <a:extLst>
                <a:ext uri="{FF2B5EF4-FFF2-40B4-BE49-F238E27FC236}">
                  <a16:creationId xmlns:a16="http://schemas.microsoft.com/office/drawing/2014/main" id="{5EB914E9-9C08-6A45-AA15-2BFD62690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5" name="Line 394">
              <a:extLst>
                <a:ext uri="{FF2B5EF4-FFF2-40B4-BE49-F238E27FC236}">
                  <a16:creationId xmlns:a16="http://schemas.microsoft.com/office/drawing/2014/main" id="{3F3E402F-C031-5847-A074-A2DEB9E87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6" name="Line 395">
              <a:extLst>
                <a:ext uri="{FF2B5EF4-FFF2-40B4-BE49-F238E27FC236}">
                  <a16:creationId xmlns:a16="http://schemas.microsoft.com/office/drawing/2014/main" id="{CDFC6A80-7879-A648-8788-558E29675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7" name="Line 396">
              <a:extLst>
                <a:ext uri="{FF2B5EF4-FFF2-40B4-BE49-F238E27FC236}">
                  <a16:creationId xmlns:a16="http://schemas.microsoft.com/office/drawing/2014/main" id="{904A6E15-A022-6C43-B1FA-C72826E7F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8" name="Line 397">
              <a:extLst>
                <a:ext uri="{FF2B5EF4-FFF2-40B4-BE49-F238E27FC236}">
                  <a16:creationId xmlns:a16="http://schemas.microsoft.com/office/drawing/2014/main" id="{711F94FD-3AFE-2142-974B-AE5E50196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79" name="Line 398">
              <a:extLst>
                <a:ext uri="{FF2B5EF4-FFF2-40B4-BE49-F238E27FC236}">
                  <a16:creationId xmlns:a16="http://schemas.microsoft.com/office/drawing/2014/main" id="{F4C9EA05-7BB9-B943-9664-7C96F539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0" name="Line 399">
              <a:extLst>
                <a:ext uri="{FF2B5EF4-FFF2-40B4-BE49-F238E27FC236}">
                  <a16:creationId xmlns:a16="http://schemas.microsoft.com/office/drawing/2014/main" id="{DA4D8838-4225-8040-8B48-4E40CED74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1" name="Line 400">
              <a:extLst>
                <a:ext uri="{FF2B5EF4-FFF2-40B4-BE49-F238E27FC236}">
                  <a16:creationId xmlns:a16="http://schemas.microsoft.com/office/drawing/2014/main" id="{03F5D028-7609-B444-B795-A2062F0BB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2" name="Line 401">
              <a:extLst>
                <a:ext uri="{FF2B5EF4-FFF2-40B4-BE49-F238E27FC236}">
                  <a16:creationId xmlns:a16="http://schemas.microsoft.com/office/drawing/2014/main" id="{C6569801-5F80-474C-AB31-D9FCC3454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3" name="Line 402">
              <a:extLst>
                <a:ext uri="{FF2B5EF4-FFF2-40B4-BE49-F238E27FC236}">
                  <a16:creationId xmlns:a16="http://schemas.microsoft.com/office/drawing/2014/main" id="{BC6D35C4-70E4-0640-B732-D5DBC9CC6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4" name="Line 403">
              <a:extLst>
                <a:ext uri="{FF2B5EF4-FFF2-40B4-BE49-F238E27FC236}">
                  <a16:creationId xmlns:a16="http://schemas.microsoft.com/office/drawing/2014/main" id="{DC9D8C9F-FD09-5042-AB00-53F35BEE8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5" name="Line 404">
              <a:extLst>
                <a:ext uri="{FF2B5EF4-FFF2-40B4-BE49-F238E27FC236}">
                  <a16:creationId xmlns:a16="http://schemas.microsoft.com/office/drawing/2014/main" id="{9E4F461B-EF67-5748-93D6-E760C379F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6" name="Line 405">
              <a:extLst>
                <a:ext uri="{FF2B5EF4-FFF2-40B4-BE49-F238E27FC236}">
                  <a16:creationId xmlns:a16="http://schemas.microsoft.com/office/drawing/2014/main" id="{CDFBEE6D-7831-8C40-9EAC-CB048C3A6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7" name="Line 406">
              <a:extLst>
                <a:ext uri="{FF2B5EF4-FFF2-40B4-BE49-F238E27FC236}">
                  <a16:creationId xmlns:a16="http://schemas.microsoft.com/office/drawing/2014/main" id="{17D0EF05-7E75-F749-BC2B-1E5F04F75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8" name="Line 407">
              <a:extLst>
                <a:ext uri="{FF2B5EF4-FFF2-40B4-BE49-F238E27FC236}">
                  <a16:creationId xmlns:a16="http://schemas.microsoft.com/office/drawing/2014/main" id="{DAB1132B-1894-A044-9E95-06DC5BA2C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89" name="Line 408">
              <a:extLst>
                <a:ext uri="{FF2B5EF4-FFF2-40B4-BE49-F238E27FC236}">
                  <a16:creationId xmlns:a16="http://schemas.microsoft.com/office/drawing/2014/main" id="{E7D5EDFA-54FC-F449-B41D-F76147907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0" name="Line 409">
              <a:extLst>
                <a:ext uri="{FF2B5EF4-FFF2-40B4-BE49-F238E27FC236}">
                  <a16:creationId xmlns:a16="http://schemas.microsoft.com/office/drawing/2014/main" id="{6072608E-2812-8C4D-824D-33D9AB8CB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1" name="Line 410">
              <a:extLst>
                <a:ext uri="{FF2B5EF4-FFF2-40B4-BE49-F238E27FC236}">
                  <a16:creationId xmlns:a16="http://schemas.microsoft.com/office/drawing/2014/main" id="{914B7A5C-1175-B34A-BA71-2C18CC2D3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2" name="Line 411">
              <a:extLst>
                <a:ext uri="{FF2B5EF4-FFF2-40B4-BE49-F238E27FC236}">
                  <a16:creationId xmlns:a16="http://schemas.microsoft.com/office/drawing/2014/main" id="{1CAAF944-9B0D-DC4A-B191-3F04B2F01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3" name="Line 412">
              <a:extLst>
                <a:ext uri="{FF2B5EF4-FFF2-40B4-BE49-F238E27FC236}">
                  <a16:creationId xmlns:a16="http://schemas.microsoft.com/office/drawing/2014/main" id="{747B8269-2EE4-6247-9F84-6F5E0F520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4" name="Line 413">
              <a:extLst>
                <a:ext uri="{FF2B5EF4-FFF2-40B4-BE49-F238E27FC236}">
                  <a16:creationId xmlns:a16="http://schemas.microsoft.com/office/drawing/2014/main" id="{AFDA67E6-A265-4444-AF0E-E0F61F18C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95" name="Line 414">
              <a:extLst>
                <a:ext uri="{FF2B5EF4-FFF2-40B4-BE49-F238E27FC236}">
                  <a16:creationId xmlns:a16="http://schemas.microsoft.com/office/drawing/2014/main" id="{C5B242A4-E24C-594B-9E50-4D0FC75B5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0" name="Group 616">
            <a:extLst>
              <a:ext uri="{FF2B5EF4-FFF2-40B4-BE49-F238E27FC236}">
                <a16:creationId xmlns:a16="http://schemas.microsoft.com/office/drawing/2014/main" id="{86B43E55-36F3-8E40-B2CC-146FAD7C823D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1962150"/>
            <a:ext cx="5788025" cy="1171575"/>
            <a:chOff x="525" y="1236"/>
            <a:chExt cx="3646" cy="738"/>
          </a:xfrm>
        </p:grpSpPr>
        <p:sp>
          <p:nvSpPr>
            <p:cNvPr id="33196" name="Line 416">
              <a:extLst>
                <a:ext uri="{FF2B5EF4-FFF2-40B4-BE49-F238E27FC236}">
                  <a16:creationId xmlns:a16="http://schemas.microsoft.com/office/drawing/2014/main" id="{2F75713E-8B90-E543-AE1B-33920C6AB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7" name="Line 417">
              <a:extLst>
                <a:ext uri="{FF2B5EF4-FFF2-40B4-BE49-F238E27FC236}">
                  <a16:creationId xmlns:a16="http://schemas.microsoft.com/office/drawing/2014/main" id="{75E945EE-02B6-454E-9A85-EB2A049BE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8" name="Line 418">
              <a:extLst>
                <a:ext uri="{FF2B5EF4-FFF2-40B4-BE49-F238E27FC236}">
                  <a16:creationId xmlns:a16="http://schemas.microsoft.com/office/drawing/2014/main" id="{FC41B97C-AEFE-7D4F-8E57-D3BB991CA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9" name="Line 419">
              <a:extLst>
                <a:ext uri="{FF2B5EF4-FFF2-40B4-BE49-F238E27FC236}">
                  <a16:creationId xmlns:a16="http://schemas.microsoft.com/office/drawing/2014/main" id="{9C65BF65-06CE-3B49-813A-D4C574028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0" name="Line 420">
              <a:extLst>
                <a:ext uri="{FF2B5EF4-FFF2-40B4-BE49-F238E27FC236}">
                  <a16:creationId xmlns:a16="http://schemas.microsoft.com/office/drawing/2014/main" id="{9B28344F-1D90-7948-9C95-EC1E54AF6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1" name="Line 421">
              <a:extLst>
                <a:ext uri="{FF2B5EF4-FFF2-40B4-BE49-F238E27FC236}">
                  <a16:creationId xmlns:a16="http://schemas.microsoft.com/office/drawing/2014/main" id="{E033C338-4232-FA4B-B241-CD462AACF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2" name="Line 422">
              <a:extLst>
                <a:ext uri="{FF2B5EF4-FFF2-40B4-BE49-F238E27FC236}">
                  <a16:creationId xmlns:a16="http://schemas.microsoft.com/office/drawing/2014/main" id="{3E927A55-6DCA-A643-87B3-9613D4EE8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3" name="Line 423">
              <a:extLst>
                <a:ext uri="{FF2B5EF4-FFF2-40B4-BE49-F238E27FC236}">
                  <a16:creationId xmlns:a16="http://schemas.microsoft.com/office/drawing/2014/main" id="{EE8CFC80-A5A3-1849-AF9A-E28D94823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4" name="Line 424">
              <a:extLst>
                <a:ext uri="{FF2B5EF4-FFF2-40B4-BE49-F238E27FC236}">
                  <a16:creationId xmlns:a16="http://schemas.microsoft.com/office/drawing/2014/main" id="{8D39FB74-2C22-B244-ADF4-FF444331D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5" name="Line 425">
              <a:extLst>
                <a:ext uri="{FF2B5EF4-FFF2-40B4-BE49-F238E27FC236}">
                  <a16:creationId xmlns:a16="http://schemas.microsoft.com/office/drawing/2014/main" id="{66AE4791-9E91-DB48-85C6-74794D191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6" name="Line 426">
              <a:extLst>
                <a:ext uri="{FF2B5EF4-FFF2-40B4-BE49-F238E27FC236}">
                  <a16:creationId xmlns:a16="http://schemas.microsoft.com/office/drawing/2014/main" id="{022A121E-6D65-A24D-95E7-27252DF62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7" name="Line 427">
              <a:extLst>
                <a:ext uri="{FF2B5EF4-FFF2-40B4-BE49-F238E27FC236}">
                  <a16:creationId xmlns:a16="http://schemas.microsoft.com/office/drawing/2014/main" id="{416C94D7-7269-314C-B261-A13115CA2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8" name="Line 428">
              <a:extLst>
                <a:ext uri="{FF2B5EF4-FFF2-40B4-BE49-F238E27FC236}">
                  <a16:creationId xmlns:a16="http://schemas.microsoft.com/office/drawing/2014/main" id="{796E92D0-E8C4-3F47-9519-39DEAC97B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9" name="Line 429">
              <a:extLst>
                <a:ext uri="{FF2B5EF4-FFF2-40B4-BE49-F238E27FC236}">
                  <a16:creationId xmlns:a16="http://schemas.microsoft.com/office/drawing/2014/main" id="{95648614-D2E9-1C49-BFEC-60DC9BE04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0" name="Line 430">
              <a:extLst>
                <a:ext uri="{FF2B5EF4-FFF2-40B4-BE49-F238E27FC236}">
                  <a16:creationId xmlns:a16="http://schemas.microsoft.com/office/drawing/2014/main" id="{61862947-25EC-4343-84EA-BA775AF0A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1" name="Line 431">
              <a:extLst>
                <a:ext uri="{FF2B5EF4-FFF2-40B4-BE49-F238E27FC236}">
                  <a16:creationId xmlns:a16="http://schemas.microsoft.com/office/drawing/2014/main" id="{B399552F-55EE-0D42-8FFE-138E87F96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2" name="Line 432">
              <a:extLst>
                <a:ext uri="{FF2B5EF4-FFF2-40B4-BE49-F238E27FC236}">
                  <a16:creationId xmlns:a16="http://schemas.microsoft.com/office/drawing/2014/main" id="{EE019265-F2A2-5846-837B-43A3E2A97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3" name="Line 433">
              <a:extLst>
                <a:ext uri="{FF2B5EF4-FFF2-40B4-BE49-F238E27FC236}">
                  <a16:creationId xmlns:a16="http://schemas.microsoft.com/office/drawing/2014/main" id="{99D4A2BD-CB6E-5A4F-AE52-E95E40F54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4" name="Line 434">
              <a:extLst>
                <a:ext uri="{FF2B5EF4-FFF2-40B4-BE49-F238E27FC236}">
                  <a16:creationId xmlns:a16="http://schemas.microsoft.com/office/drawing/2014/main" id="{EF321387-C5F1-D34A-A4CC-95250A797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5" name="Line 435">
              <a:extLst>
                <a:ext uri="{FF2B5EF4-FFF2-40B4-BE49-F238E27FC236}">
                  <a16:creationId xmlns:a16="http://schemas.microsoft.com/office/drawing/2014/main" id="{3E53EE40-6A6E-3048-B214-33EC45011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6" name="Line 436">
              <a:extLst>
                <a:ext uri="{FF2B5EF4-FFF2-40B4-BE49-F238E27FC236}">
                  <a16:creationId xmlns:a16="http://schemas.microsoft.com/office/drawing/2014/main" id="{D67B9755-5D85-DC4A-86EA-7EC7D8CC7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7" name="Line 437">
              <a:extLst>
                <a:ext uri="{FF2B5EF4-FFF2-40B4-BE49-F238E27FC236}">
                  <a16:creationId xmlns:a16="http://schemas.microsoft.com/office/drawing/2014/main" id="{DF049747-12E8-A64E-9E09-9996CD75E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8" name="Line 438">
              <a:extLst>
                <a:ext uri="{FF2B5EF4-FFF2-40B4-BE49-F238E27FC236}">
                  <a16:creationId xmlns:a16="http://schemas.microsoft.com/office/drawing/2014/main" id="{4502D26B-6454-8746-A920-3D3A7B9E5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9" name="Line 439">
              <a:extLst>
                <a:ext uri="{FF2B5EF4-FFF2-40B4-BE49-F238E27FC236}">
                  <a16:creationId xmlns:a16="http://schemas.microsoft.com/office/drawing/2014/main" id="{2DDA771A-8C2C-4047-B39D-E3A923184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0" name="Line 440">
              <a:extLst>
                <a:ext uri="{FF2B5EF4-FFF2-40B4-BE49-F238E27FC236}">
                  <a16:creationId xmlns:a16="http://schemas.microsoft.com/office/drawing/2014/main" id="{03540689-11F9-9F40-8ECC-E335F7D23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1" name="Line 441">
              <a:extLst>
                <a:ext uri="{FF2B5EF4-FFF2-40B4-BE49-F238E27FC236}">
                  <a16:creationId xmlns:a16="http://schemas.microsoft.com/office/drawing/2014/main" id="{D63327E7-4536-264A-906F-0D571F0C9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2" name="Line 442">
              <a:extLst>
                <a:ext uri="{FF2B5EF4-FFF2-40B4-BE49-F238E27FC236}">
                  <a16:creationId xmlns:a16="http://schemas.microsoft.com/office/drawing/2014/main" id="{E75314E8-5A72-8C44-A380-29D076EF1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3" name="Line 443">
              <a:extLst>
                <a:ext uri="{FF2B5EF4-FFF2-40B4-BE49-F238E27FC236}">
                  <a16:creationId xmlns:a16="http://schemas.microsoft.com/office/drawing/2014/main" id="{38CA0786-1F27-F340-A34A-E69E40F5A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973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4" name="Line 444">
              <a:extLst>
                <a:ext uri="{FF2B5EF4-FFF2-40B4-BE49-F238E27FC236}">
                  <a16:creationId xmlns:a16="http://schemas.microsoft.com/office/drawing/2014/main" id="{2134DDC5-8FAE-424E-8306-8AB551190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5" name="Line 445">
              <a:extLst>
                <a:ext uri="{FF2B5EF4-FFF2-40B4-BE49-F238E27FC236}">
                  <a16:creationId xmlns:a16="http://schemas.microsoft.com/office/drawing/2014/main" id="{47169B3F-AE99-FD46-A73E-5E9F45905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1973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6" name="Line 446">
              <a:extLst>
                <a:ext uri="{FF2B5EF4-FFF2-40B4-BE49-F238E27FC236}">
                  <a16:creationId xmlns:a16="http://schemas.microsoft.com/office/drawing/2014/main" id="{5119E1CE-C5FA-AD42-A7C5-A0B505A57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1973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7" name="Line 447">
              <a:extLst>
                <a:ext uri="{FF2B5EF4-FFF2-40B4-BE49-F238E27FC236}">
                  <a16:creationId xmlns:a16="http://schemas.microsoft.com/office/drawing/2014/main" id="{962EB825-2BC0-3E47-A9B4-2CF9295B1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8" name="Line 448">
              <a:extLst>
                <a:ext uri="{FF2B5EF4-FFF2-40B4-BE49-F238E27FC236}">
                  <a16:creationId xmlns:a16="http://schemas.microsoft.com/office/drawing/2014/main" id="{FBE95E63-E0AF-674B-A99F-62DC1682F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9" name="Line 449">
              <a:extLst>
                <a:ext uri="{FF2B5EF4-FFF2-40B4-BE49-F238E27FC236}">
                  <a16:creationId xmlns:a16="http://schemas.microsoft.com/office/drawing/2014/main" id="{9C66F247-176D-3144-AB6A-BECC7B32F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0" name="Line 450">
              <a:extLst>
                <a:ext uri="{FF2B5EF4-FFF2-40B4-BE49-F238E27FC236}">
                  <a16:creationId xmlns:a16="http://schemas.microsoft.com/office/drawing/2014/main" id="{76CA0E40-843F-3F42-B433-D6604E7CE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1" name="Line 451">
              <a:extLst>
                <a:ext uri="{FF2B5EF4-FFF2-40B4-BE49-F238E27FC236}">
                  <a16:creationId xmlns:a16="http://schemas.microsoft.com/office/drawing/2014/main" id="{77090C73-ABCB-8946-A602-2B9C34851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2" name="Line 452">
              <a:extLst>
                <a:ext uri="{FF2B5EF4-FFF2-40B4-BE49-F238E27FC236}">
                  <a16:creationId xmlns:a16="http://schemas.microsoft.com/office/drawing/2014/main" id="{4DB6EAB4-7589-7540-913C-2FA44F75F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3" name="Line 453">
              <a:extLst>
                <a:ext uri="{FF2B5EF4-FFF2-40B4-BE49-F238E27FC236}">
                  <a16:creationId xmlns:a16="http://schemas.microsoft.com/office/drawing/2014/main" id="{4568E1C0-AA52-7D49-A4D9-6FFB5DA7D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4" name="Line 454">
              <a:extLst>
                <a:ext uri="{FF2B5EF4-FFF2-40B4-BE49-F238E27FC236}">
                  <a16:creationId xmlns:a16="http://schemas.microsoft.com/office/drawing/2014/main" id="{08F6B8F0-1DE8-1A49-8530-B8156CCCC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5" name="Line 455">
              <a:extLst>
                <a:ext uri="{FF2B5EF4-FFF2-40B4-BE49-F238E27FC236}">
                  <a16:creationId xmlns:a16="http://schemas.microsoft.com/office/drawing/2014/main" id="{17784DCD-578B-AC49-B48E-573367D5E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6" name="Line 456">
              <a:extLst>
                <a:ext uri="{FF2B5EF4-FFF2-40B4-BE49-F238E27FC236}">
                  <a16:creationId xmlns:a16="http://schemas.microsoft.com/office/drawing/2014/main" id="{F159E6E3-AE9E-E243-9C03-4DDB6FBFA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7" name="Line 457">
              <a:extLst>
                <a:ext uri="{FF2B5EF4-FFF2-40B4-BE49-F238E27FC236}">
                  <a16:creationId xmlns:a16="http://schemas.microsoft.com/office/drawing/2014/main" id="{8290B2B8-F2F8-114B-B8F7-EDF32E32E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8" name="Line 458">
              <a:extLst>
                <a:ext uri="{FF2B5EF4-FFF2-40B4-BE49-F238E27FC236}">
                  <a16:creationId xmlns:a16="http://schemas.microsoft.com/office/drawing/2014/main" id="{D0DECCC2-FE73-E547-A02C-C15109AA2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9" name="Line 459">
              <a:extLst>
                <a:ext uri="{FF2B5EF4-FFF2-40B4-BE49-F238E27FC236}">
                  <a16:creationId xmlns:a16="http://schemas.microsoft.com/office/drawing/2014/main" id="{C68C0032-74B5-4A43-A894-A33DE5E47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0" name="Line 460">
              <a:extLst>
                <a:ext uri="{FF2B5EF4-FFF2-40B4-BE49-F238E27FC236}">
                  <a16:creationId xmlns:a16="http://schemas.microsoft.com/office/drawing/2014/main" id="{CF2BA77F-3C06-104F-9BA2-58821BF9E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1" name="Line 461">
              <a:extLst>
                <a:ext uri="{FF2B5EF4-FFF2-40B4-BE49-F238E27FC236}">
                  <a16:creationId xmlns:a16="http://schemas.microsoft.com/office/drawing/2014/main" id="{F19038F0-7B28-7E47-971F-B5B89AEE6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2" name="Line 462">
              <a:extLst>
                <a:ext uri="{FF2B5EF4-FFF2-40B4-BE49-F238E27FC236}">
                  <a16:creationId xmlns:a16="http://schemas.microsoft.com/office/drawing/2014/main" id="{F400D472-513F-444E-B090-ED8B7E8BB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3" name="Line 463">
              <a:extLst>
                <a:ext uri="{FF2B5EF4-FFF2-40B4-BE49-F238E27FC236}">
                  <a16:creationId xmlns:a16="http://schemas.microsoft.com/office/drawing/2014/main" id="{C79C2DEB-90B8-5442-8C39-AD8E5EF11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4" name="Line 464">
              <a:extLst>
                <a:ext uri="{FF2B5EF4-FFF2-40B4-BE49-F238E27FC236}">
                  <a16:creationId xmlns:a16="http://schemas.microsoft.com/office/drawing/2014/main" id="{AD76DF64-28F8-7F49-94EA-2E53462AA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5" name="Line 465">
              <a:extLst>
                <a:ext uri="{FF2B5EF4-FFF2-40B4-BE49-F238E27FC236}">
                  <a16:creationId xmlns:a16="http://schemas.microsoft.com/office/drawing/2014/main" id="{55AADA0C-AD22-E146-B249-A1D54BE1F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6" name="Line 466">
              <a:extLst>
                <a:ext uri="{FF2B5EF4-FFF2-40B4-BE49-F238E27FC236}">
                  <a16:creationId xmlns:a16="http://schemas.microsoft.com/office/drawing/2014/main" id="{1B5C737F-49CF-3141-85DC-4AABA5BAB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7" name="Line 467">
              <a:extLst>
                <a:ext uri="{FF2B5EF4-FFF2-40B4-BE49-F238E27FC236}">
                  <a16:creationId xmlns:a16="http://schemas.microsoft.com/office/drawing/2014/main" id="{34B16C36-9123-CD47-B8A3-C58DECE30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8" name="Line 468">
              <a:extLst>
                <a:ext uri="{FF2B5EF4-FFF2-40B4-BE49-F238E27FC236}">
                  <a16:creationId xmlns:a16="http://schemas.microsoft.com/office/drawing/2014/main" id="{483F30B9-4A2C-1641-8449-461ADA139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9" name="Line 469">
              <a:extLst>
                <a:ext uri="{FF2B5EF4-FFF2-40B4-BE49-F238E27FC236}">
                  <a16:creationId xmlns:a16="http://schemas.microsoft.com/office/drawing/2014/main" id="{C8611E03-572F-9040-9964-15BC72326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0" name="Line 470">
              <a:extLst>
                <a:ext uri="{FF2B5EF4-FFF2-40B4-BE49-F238E27FC236}">
                  <a16:creationId xmlns:a16="http://schemas.microsoft.com/office/drawing/2014/main" id="{326A8F06-83FA-1D46-B394-7B3CA3EB0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1" name="Line 471">
              <a:extLst>
                <a:ext uri="{FF2B5EF4-FFF2-40B4-BE49-F238E27FC236}">
                  <a16:creationId xmlns:a16="http://schemas.microsoft.com/office/drawing/2014/main" id="{87BA1050-88C4-6441-8CDF-6E1E6DFA5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2" name="Line 472">
              <a:extLst>
                <a:ext uri="{FF2B5EF4-FFF2-40B4-BE49-F238E27FC236}">
                  <a16:creationId xmlns:a16="http://schemas.microsoft.com/office/drawing/2014/main" id="{8CCDE2CA-3A10-A143-AA7C-01108C5C9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3" name="Line 473">
              <a:extLst>
                <a:ext uri="{FF2B5EF4-FFF2-40B4-BE49-F238E27FC236}">
                  <a16:creationId xmlns:a16="http://schemas.microsoft.com/office/drawing/2014/main" id="{DC569F77-4D3E-7A4A-8E13-6BB24CA54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4" name="Line 474">
              <a:extLst>
                <a:ext uri="{FF2B5EF4-FFF2-40B4-BE49-F238E27FC236}">
                  <a16:creationId xmlns:a16="http://schemas.microsoft.com/office/drawing/2014/main" id="{6F38A642-D902-C647-8A4A-58E16EE08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5" name="Line 475">
              <a:extLst>
                <a:ext uri="{FF2B5EF4-FFF2-40B4-BE49-F238E27FC236}">
                  <a16:creationId xmlns:a16="http://schemas.microsoft.com/office/drawing/2014/main" id="{CF3D8DDF-8E4B-4F4A-AC7C-869400FA2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6" name="Line 476">
              <a:extLst>
                <a:ext uri="{FF2B5EF4-FFF2-40B4-BE49-F238E27FC236}">
                  <a16:creationId xmlns:a16="http://schemas.microsoft.com/office/drawing/2014/main" id="{763634EC-7A7E-0940-8054-7324D38F8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7" name="Line 477">
              <a:extLst>
                <a:ext uri="{FF2B5EF4-FFF2-40B4-BE49-F238E27FC236}">
                  <a16:creationId xmlns:a16="http://schemas.microsoft.com/office/drawing/2014/main" id="{0BAAFCE7-017D-9344-9F2F-6D0A1BDD9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8" name="Line 478">
              <a:extLst>
                <a:ext uri="{FF2B5EF4-FFF2-40B4-BE49-F238E27FC236}">
                  <a16:creationId xmlns:a16="http://schemas.microsoft.com/office/drawing/2014/main" id="{79F241E3-8D44-BD4C-AA3F-295BA4C77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59" name="Line 479">
              <a:extLst>
                <a:ext uri="{FF2B5EF4-FFF2-40B4-BE49-F238E27FC236}">
                  <a16:creationId xmlns:a16="http://schemas.microsoft.com/office/drawing/2014/main" id="{3BF07609-F2B9-A845-9630-97BEF3D28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0" name="Line 480">
              <a:extLst>
                <a:ext uri="{FF2B5EF4-FFF2-40B4-BE49-F238E27FC236}">
                  <a16:creationId xmlns:a16="http://schemas.microsoft.com/office/drawing/2014/main" id="{9158FA24-5CC2-6D49-96FC-C9A4CB3E4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1" name="Line 481">
              <a:extLst>
                <a:ext uri="{FF2B5EF4-FFF2-40B4-BE49-F238E27FC236}">
                  <a16:creationId xmlns:a16="http://schemas.microsoft.com/office/drawing/2014/main" id="{298B9DDA-A395-234C-A4A8-94B6ED982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2" name="Line 482">
              <a:extLst>
                <a:ext uri="{FF2B5EF4-FFF2-40B4-BE49-F238E27FC236}">
                  <a16:creationId xmlns:a16="http://schemas.microsoft.com/office/drawing/2014/main" id="{FF072686-60BA-FA4F-ACA1-072F8F8D0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3" name="Line 483">
              <a:extLst>
                <a:ext uri="{FF2B5EF4-FFF2-40B4-BE49-F238E27FC236}">
                  <a16:creationId xmlns:a16="http://schemas.microsoft.com/office/drawing/2014/main" id="{5D06CE64-EE15-1C46-8053-C99499512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4" name="Line 484">
              <a:extLst>
                <a:ext uri="{FF2B5EF4-FFF2-40B4-BE49-F238E27FC236}">
                  <a16:creationId xmlns:a16="http://schemas.microsoft.com/office/drawing/2014/main" id="{8C334B4A-9BBF-0441-B44B-001B78B13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5" name="Line 485">
              <a:extLst>
                <a:ext uri="{FF2B5EF4-FFF2-40B4-BE49-F238E27FC236}">
                  <a16:creationId xmlns:a16="http://schemas.microsoft.com/office/drawing/2014/main" id="{5F13A432-60AB-1C48-9615-E44F66B0A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6" name="Line 486">
              <a:extLst>
                <a:ext uri="{FF2B5EF4-FFF2-40B4-BE49-F238E27FC236}">
                  <a16:creationId xmlns:a16="http://schemas.microsoft.com/office/drawing/2014/main" id="{473469F0-C4C6-B84D-B580-5AB2D1495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7" name="Line 487">
              <a:extLst>
                <a:ext uri="{FF2B5EF4-FFF2-40B4-BE49-F238E27FC236}">
                  <a16:creationId xmlns:a16="http://schemas.microsoft.com/office/drawing/2014/main" id="{8FB559C4-DC77-F94C-906E-9B1FB8B83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8" name="Line 488">
              <a:extLst>
                <a:ext uri="{FF2B5EF4-FFF2-40B4-BE49-F238E27FC236}">
                  <a16:creationId xmlns:a16="http://schemas.microsoft.com/office/drawing/2014/main" id="{480DC071-25D5-D749-8655-3395AED16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69" name="Line 489">
              <a:extLst>
                <a:ext uri="{FF2B5EF4-FFF2-40B4-BE49-F238E27FC236}">
                  <a16:creationId xmlns:a16="http://schemas.microsoft.com/office/drawing/2014/main" id="{09E71D72-F867-B743-8D14-0C057D327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0" name="Line 490">
              <a:extLst>
                <a:ext uri="{FF2B5EF4-FFF2-40B4-BE49-F238E27FC236}">
                  <a16:creationId xmlns:a16="http://schemas.microsoft.com/office/drawing/2014/main" id="{243864DC-4B23-0D49-A644-37165E038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1" name="Line 491">
              <a:extLst>
                <a:ext uri="{FF2B5EF4-FFF2-40B4-BE49-F238E27FC236}">
                  <a16:creationId xmlns:a16="http://schemas.microsoft.com/office/drawing/2014/main" id="{6D2D40B1-18D3-BA4E-989D-179EB4270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2" name="Line 492">
              <a:extLst>
                <a:ext uri="{FF2B5EF4-FFF2-40B4-BE49-F238E27FC236}">
                  <a16:creationId xmlns:a16="http://schemas.microsoft.com/office/drawing/2014/main" id="{05D5AEF6-01E4-8A40-8E77-E1B7796AD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3" name="Line 493">
              <a:extLst>
                <a:ext uri="{FF2B5EF4-FFF2-40B4-BE49-F238E27FC236}">
                  <a16:creationId xmlns:a16="http://schemas.microsoft.com/office/drawing/2014/main" id="{A469E448-A2F4-AB4A-9EDE-857D111C1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4" name="Line 494">
              <a:extLst>
                <a:ext uri="{FF2B5EF4-FFF2-40B4-BE49-F238E27FC236}">
                  <a16:creationId xmlns:a16="http://schemas.microsoft.com/office/drawing/2014/main" id="{1E05D328-2802-074D-949B-BF5BEA7C8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5" name="Line 495">
              <a:extLst>
                <a:ext uri="{FF2B5EF4-FFF2-40B4-BE49-F238E27FC236}">
                  <a16:creationId xmlns:a16="http://schemas.microsoft.com/office/drawing/2014/main" id="{7B5977D8-108B-B54A-B9B9-1D1E6615A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6" name="Line 496">
              <a:extLst>
                <a:ext uri="{FF2B5EF4-FFF2-40B4-BE49-F238E27FC236}">
                  <a16:creationId xmlns:a16="http://schemas.microsoft.com/office/drawing/2014/main" id="{D3E92DC7-D017-794E-B6C2-08748EAC7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7" name="Line 497">
              <a:extLst>
                <a:ext uri="{FF2B5EF4-FFF2-40B4-BE49-F238E27FC236}">
                  <a16:creationId xmlns:a16="http://schemas.microsoft.com/office/drawing/2014/main" id="{4DB81CE4-6AA9-744F-85DF-0AF1914A3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8" name="Line 498">
              <a:extLst>
                <a:ext uri="{FF2B5EF4-FFF2-40B4-BE49-F238E27FC236}">
                  <a16:creationId xmlns:a16="http://schemas.microsoft.com/office/drawing/2014/main" id="{8797387D-7551-AD4B-8BDA-44FD75963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79" name="Line 499">
              <a:extLst>
                <a:ext uri="{FF2B5EF4-FFF2-40B4-BE49-F238E27FC236}">
                  <a16:creationId xmlns:a16="http://schemas.microsoft.com/office/drawing/2014/main" id="{33490623-730D-FE4F-ADDF-A5DD5811C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0" name="Line 500">
              <a:extLst>
                <a:ext uri="{FF2B5EF4-FFF2-40B4-BE49-F238E27FC236}">
                  <a16:creationId xmlns:a16="http://schemas.microsoft.com/office/drawing/2014/main" id="{2CAFFCC4-489D-A345-A147-1BF682523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1" name="Line 501">
              <a:extLst>
                <a:ext uri="{FF2B5EF4-FFF2-40B4-BE49-F238E27FC236}">
                  <a16:creationId xmlns:a16="http://schemas.microsoft.com/office/drawing/2014/main" id="{1412D034-0501-524A-B98F-DE52B4740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2" name="Line 502">
              <a:extLst>
                <a:ext uri="{FF2B5EF4-FFF2-40B4-BE49-F238E27FC236}">
                  <a16:creationId xmlns:a16="http://schemas.microsoft.com/office/drawing/2014/main" id="{32B427A5-9059-A54A-B7F0-E933B0468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3" name="Line 503">
              <a:extLst>
                <a:ext uri="{FF2B5EF4-FFF2-40B4-BE49-F238E27FC236}">
                  <a16:creationId xmlns:a16="http://schemas.microsoft.com/office/drawing/2014/main" id="{113A101A-4C75-4D49-9A5F-AAA63C88D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4" name="Line 504">
              <a:extLst>
                <a:ext uri="{FF2B5EF4-FFF2-40B4-BE49-F238E27FC236}">
                  <a16:creationId xmlns:a16="http://schemas.microsoft.com/office/drawing/2014/main" id="{EA62BA04-D9D4-1B45-83F4-6C94CFFC4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5" name="Line 505">
              <a:extLst>
                <a:ext uri="{FF2B5EF4-FFF2-40B4-BE49-F238E27FC236}">
                  <a16:creationId xmlns:a16="http://schemas.microsoft.com/office/drawing/2014/main" id="{65BE90B5-3DC2-7745-8136-E78B1531F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6" name="Line 506">
              <a:extLst>
                <a:ext uri="{FF2B5EF4-FFF2-40B4-BE49-F238E27FC236}">
                  <a16:creationId xmlns:a16="http://schemas.microsoft.com/office/drawing/2014/main" id="{ABA36F53-1EBA-3B4C-A664-6CB610F13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7" name="Line 507">
              <a:extLst>
                <a:ext uri="{FF2B5EF4-FFF2-40B4-BE49-F238E27FC236}">
                  <a16:creationId xmlns:a16="http://schemas.microsoft.com/office/drawing/2014/main" id="{85293A26-4EA5-824F-BE77-528982E4D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8" name="Line 508">
              <a:extLst>
                <a:ext uri="{FF2B5EF4-FFF2-40B4-BE49-F238E27FC236}">
                  <a16:creationId xmlns:a16="http://schemas.microsoft.com/office/drawing/2014/main" id="{30F3FD00-1EFD-8947-A324-DF4897141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89" name="Line 509">
              <a:extLst>
                <a:ext uri="{FF2B5EF4-FFF2-40B4-BE49-F238E27FC236}">
                  <a16:creationId xmlns:a16="http://schemas.microsoft.com/office/drawing/2014/main" id="{BBDE2943-E9E1-344C-91B3-1FC384360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0" name="Line 510">
              <a:extLst>
                <a:ext uri="{FF2B5EF4-FFF2-40B4-BE49-F238E27FC236}">
                  <a16:creationId xmlns:a16="http://schemas.microsoft.com/office/drawing/2014/main" id="{02824A91-321E-6E43-89AF-9DBD909B4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1" name="Line 511">
              <a:extLst>
                <a:ext uri="{FF2B5EF4-FFF2-40B4-BE49-F238E27FC236}">
                  <a16:creationId xmlns:a16="http://schemas.microsoft.com/office/drawing/2014/main" id="{174F0BFD-76DF-BC4E-B8A1-5B8F7AD4D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2" name="Line 512">
              <a:extLst>
                <a:ext uri="{FF2B5EF4-FFF2-40B4-BE49-F238E27FC236}">
                  <a16:creationId xmlns:a16="http://schemas.microsoft.com/office/drawing/2014/main" id="{7516EFB9-3F11-0A4C-8D3A-7733143FD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3" name="Line 513">
              <a:extLst>
                <a:ext uri="{FF2B5EF4-FFF2-40B4-BE49-F238E27FC236}">
                  <a16:creationId xmlns:a16="http://schemas.microsoft.com/office/drawing/2014/main" id="{C7F7A4B9-3D6F-964F-9EBC-D2AE81C93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727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4" name="Line 514">
              <a:extLst>
                <a:ext uri="{FF2B5EF4-FFF2-40B4-BE49-F238E27FC236}">
                  <a16:creationId xmlns:a16="http://schemas.microsoft.com/office/drawing/2014/main" id="{BF957B2C-EE35-0D4A-B60E-7A8D9B315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5" name="Line 515">
              <a:extLst>
                <a:ext uri="{FF2B5EF4-FFF2-40B4-BE49-F238E27FC236}">
                  <a16:creationId xmlns:a16="http://schemas.microsoft.com/office/drawing/2014/main" id="{B92EEBEF-4B28-9F44-9867-18231EE9E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1727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6" name="Line 516">
              <a:extLst>
                <a:ext uri="{FF2B5EF4-FFF2-40B4-BE49-F238E27FC236}">
                  <a16:creationId xmlns:a16="http://schemas.microsoft.com/office/drawing/2014/main" id="{742F160B-2BCC-7344-8D1E-5107F7570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1727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7" name="Line 517">
              <a:extLst>
                <a:ext uri="{FF2B5EF4-FFF2-40B4-BE49-F238E27FC236}">
                  <a16:creationId xmlns:a16="http://schemas.microsoft.com/office/drawing/2014/main" id="{F2D65757-1A3F-6845-8083-7891AB031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8" name="Line 518">
              <a:extLst>
                <a:ext uri="{FF2B5EF4-FFF2-40B4-BE49-F238E27FC236}">
                  <a16:creationId xmlns:a16="http://schemas.microsoft.com/office/drawing/2014/main" id="{FC0820BD-1DD0-C042-8931-E21D9C870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99" name="Line 519">
              <a:extLst>
                <a:ext uri="{FF2B5EF4-FFF2-40B4-BE49-F238E27FC236}">
                  <a16:creationId xmlns:a16="http://schemas.microsoft.com/office/drawing/2014/main" id="{4C8E5DE7-642A-364F-8E66-62F43BAE1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0" name="Line 520">
              <a:extLst>
                <a:ext uri="{FF2B5EF4-FFF2-40B4-BE49-F238E27FC236}">
                  <a16:creationId xmlns:a16="http://schemas.microsoft.com/office/drawing/2014/main" id="{D903CA3D-AF4B-FC47-AFD8-5C388B819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1" name="Line 521">
              <a:extLst>
                <a:ext uri="{FF2B5EF4-FFF2-40B4-BE49-F238E27FC236}">
                  <a16:creationId xmlns:a16="http://schemas.microsoft.com/office/drawing/2014/main" id="{E522EB4B-5855-A745-B0C4-83EBB2771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2" name="Line 522">
              <a:extLst>
                <a:ext uri="{FF2B5EF4-FFF2-40B4-BE49-F238E27FC236}">
                  <a16:creationId xmlns:a16="http://schemas.microsoft.com/office/drawing/2014/main" id="{183B0BB6-C852-7445-9D26-144F42341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3" name="Line 523">
              <a:extLst>
                <a:ext uri="{FF2B5EF4-FFF2-40B4-BE49-F238E27FC236}">
                  <a16:creationId xmlns:a16="http://schemas.microsoft.com/office/drawing/2014/main" id="{AE625373-9BCE-9943-BC20-BF2A98241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4" name="Line 524">
              <a:extLst>
                <a:ext uri="{FF2B5EF4-FFF2-40B4-BE49-F238E27FC236}">
                  <a16:creationId xmlns:a16="http://schemas.microsoft.com/office/drawing/2014/main" id="{E0FE00E4-F77F-B540-A1D7-8500E9E56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5" name="Line 525">
              <a:extLst>
                <a:ext uri="{FF2B5EF4-FFF2-40B4-BE49-F238E27FC236}">
                  <a16:creationId xmlns:a16="http://schemas.microsoft.com/office/drawing/2014/main" id="{F9173350-497D-F44F-B460-7D4F6CECA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6" name="Line 526">
              <a:extLst>
                <a:ext uri="{FF2B5EF4-FFF2-40B4-BE49-F238E27FC236}">
                  <a16:creationId xmlns:a16="http://schemas.microsoft.com/office/drawing/2014/main" id="{9F5BC0A5-5513-0F47-8604-550EA78B6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7" name="Line 527">
              <a:extLst>
                <a:ext uri="{FF2B5EF4-FFF2-40B4-BE49-F238E27FC236}">
                  <a16:creationId xmlns:a16="http://schemas.microsoft.com/office/drawing/2014/main" id="{C270F1B4-088A-4340-A777-621665135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8" name="Line 528">
              <a:extLst>
                <a:ext uri="{FF2B5EF4-FFF2-40B4-BE49-F238E27FC236}">
                  <a16:creationId xmlns:a16="http://schemas.microsoft.com/office/drawing/2014/main" id="{40EE594E-9C21-574D-82D1-8A5F309C5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09" name="Line 529">
              <a:extLst>
                <a:ext uri="{FF2B5EF4-FFF2-40B4-BE49-F238E27FC236}">
                  <a16:creationId xmlns:a16="http://schemas.microsoft.com/office/drawing/2014/main" id="{9880405E-254B-E54F-B7D0-BCD6E1F86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0" name="Line 530">
              <a:extLst>
                <a:ext uri="{FF2B5EF4-FFF2-40B4-BE49-F238E27FC236}">
                  <a16:creationId xmlns:a16="http://schemas.microsoft.com/office/drawing/2014/main" id="{39433781-9A8D-484D-8A72-D8DF7966A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1" name="Line 531">
              <a:extLst>
                <a:ext uri="{FF2B5EF4-FFF2-40B4-BE49-F238E27FC236}">
                  <a16:creationId xmlns:a16="http://schemas.microsoft.com/office/drawing/2014/main" id="{FC3636FD-B162-114F-B087-0634B9301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2" name="Line 532">
              <a:extLst>
                <a:ext uri="{FF2B5EF4-FFF2-40B4-BE49-F238E27FC236}">
                  <a16:creationId xmlns:a16="http://schemas.microsoft.com/office/drawing/2014/main" id="{D8A2EB95-FC19-4B4C-9B78-A418CB827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3" name="Line 533">
              <a:extLst>
                <a:ext uri="{FF2B5EF4-FFF2-40B4-BE49-F238E27FC236}">
                  <a16:creationId xmlns:a16="http://schemas.microsoft.com/office/drawing/2014/main" id="{28AF8CE2-5649-2B4E-AD71-C83D4CA45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4" name="Line 534">
              <a:extLst>
                <a:ext uri="{FF2B5EF4-FFF2-40B4-BE49-F238E27FC236}">
                  <a16:creationId xmlns:a16="http://schemas.microsoft.com/office/drawing/2014/main" id="{DD20D6B8-E059-C24A-A81C-904DD3FD5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5" name="Line 535">
              <a:extLst>
                <a:ext uri="{FF2B5EF4-FFF2-40B4-BE49-F238E27FC236}">
                  <a16:creationId xmlns:a16="http://schemas.microsoft.com/office/drawing/2014/main" id="{D71AF663-305F-644A-ABCA-FCFB2528D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6" name="Line 536">
              <a:extLst>
                <a:ext uri="{FF2B5EF4-FFF2-40B4-BE49-F238E27FC236}">
                  <a16:creationId xmlns:a16="http://schemas.microsoft.com/office/drawing/2014/main" id="{38FF6713-95E2-D046-B0A6-C5B5DA4AC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7" name="Line 537">
              <a:extLst>
                <a:ext uri="{FF2B5EF4-FFF2-40B4-BE49-F238E27FC236}">
                  <a16:creationId xmlns:a16="http://schemas.microsoft.com/office/drawing/2014/main" id="{D32410D4-097D-3B40-A037-E73195E1C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8" name="Line 538">
              <a:extLst>
                <a:ext uri="{FF2B5EF4-FFF2-40B4-BE49-F238E27FC236}">
                  <a16:creationId xmlns:a16="http://schemas.microsoft.com/office/drawing/2014/main" id="{A29B7C59-A086-9A4D-98F3-53C8ABA2D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19" name="Line 539">
              <a:extLst>
                <a:ext uri="{FF2B5EF4-FFF2-40B4-BE49-F238E27FC236}">
                  <a16:creationId xmlns:a16="http://schemas.microsoft.com/office/drawing/2014/main" id="{3778E4B3-612D-C140-9710-6FB709339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0" name="Line 540">
              <a:extLst>
                <a:ext uri="{FF2B5EF4-FFF2-40B4-BE49-F238E27FC236}">
                  <a16:creationId xmlns:a16="http://schemas.microsoft.com/office/drawing/2014/main" id="{E6E0C882-73BB-6A42-A33F-51D731240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1" name="Line 541">
              <a:extLst>
                <a:ext uri="{FF2B5EF4-FFF2-40B4-BE49-F238E27FC236}">
                  <a16:creationId xmlns:a16="http://schemas.microsoft.com/office/drawing/2014/main" id="{ED9F123E-E6A8-CF44-BF39-1948D9D34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2" name="Line 542">
              <a:extLst>
                <a:ext uri="{FF2B5EF4-FFF2-40B4-BE49-F238E27FC236}">
                  <a16:creationId xmlns:a16="http://schemas.microsoft.com/office/drawing/2014/main" id="{CFE5C815-1D4F-F94B-8182-6C3FDADB1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3" name="Line 543">
              <a:extLst>
                <a:ext uri="{FF2B5EF4-FFF2-40B4-BE49-F238E27FC236}">
                  <a16:creationId xmlns:a16="http://schemas.microsoft.com/office/drawing/2014/main" id="{0880665E-CBC5-C945-9A0C-F4E92183F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4" name="Line 544">
              <a:extLst>
                <a:ext uri="{FF2B5EF4-FFF2-40B4-BE49-F238E27FC236}">
                  <a16:creationId xmlns:a16="http://schemas.microsoft.com/office/drawing/2014/main" id="{54E3D33B-D794-5142-8EB0-BEE637B6A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5" name="Line 545">
              <a:extLst>
                <a:ext uri="{FF2B5EF4-FFF2-40B4-BE49-F238E27FC236}">
                  <a16:creationId xmlns:a16="http://schemas.microsoft.com/office/drawing/2014/main" id="{3A3BF9C7-04E6-3649-9670-0A4FD1AB5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6" name="Line 546">
              <a:extLst>
                <a:ext uri="{FF2B5EF4-FFF2-40B4-BE49-F238E27FC236}">
                  <a16:creationId xmlns:a16="http://schemas.microsoft.com/office/drawing/2014/main" id="{F43D32B8-E28A-294E-9CA1-4BC433342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7" name="Line 547">
              <a:extLst>
                <a:ext uri="{FF2B5EF4-FFF2-40B4-BE49-F238E27FC236}">
                  <a16:creationId xmlns:a16="http://schemas.microsoft.com/office/drawing/2014/main" id="{E20BCA45-6C87-134D-A3C3-887882E39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8" name="Line 548">
              <a:extLst>
                <a:ext uri="{FF2B5EF4-FFF2-40B4-BE49-F238E27FC236}">
                  <a16:creationId xmlns:a16="http://schemas.microsoft.com/office/drawing/2014/main" id="{7469242A-82F5-D448-BFF3-E829A07E9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29" name="Line 549">
              <a:extLst>
                <a:ext uri="{FF2B5EF4-FFF2-40B4-BE49-F238E27FC236}">
                  <a16:creationId xmlns:a16="http://schemas.microsoft.com/office/drawing/2014/main" id="{AACD57D1-358D-2041-8B46-EC6E7E47E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0" name="Line 550">
              <a:extLst>
                <a:ext uri="{FF2B5EF4-FFF2-40B4-BE49-F238E27FC236}">
                  <a16:creationId xmlns:a16="http://schemas.microsoft.com/office/drawing/2014/main" id="{3B457CDE-0EFD-7C4B-98D2-89EA90249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1" name="Line 551">
              <a:extLst>
                <a:ext uri="{FF2B5EF4-FFF2-40B4-BE49-F238E27FC236}">
                  <a16:creationId xmlns:a16="http://schemas.microsoft.com/office/drawing/2014/main" id="{5FF80601-FAED-5943-9FFF-2CAE95AED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2" name="Line 552">
              <a:extLst>
                <a:ext uri="{FF2B5EF4-FFF2-40B4-BE49-F238E27FC236}">
                  <a16:creationId xmlns:a16="http://schemas.microsoft.com/office/drawing/2014/main" id="{C086A2D5-02ED-5F47-8432-30CEAF03D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3" name="Line 553">
              <a:extLst>
                <a:ext uri="{FF2B5EF4-FFF2-40B4-BE49-F238E27FC236}">
                  <a16:creationId xmlns:a16="http://schemas.microsoft.com/office/drawing/2014/main" id="{76D43125-878F-4F4B-B39F-85A9C13DF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4" name="Line 554">
              <a:extLst>
                <a:ext uri="{FF2B5EF4-FFF2-40B4-BE49-F238E27FC236}">
                  <a16:creationId xmlns:a16="http://schemas.microsoft.com/office/drawing/2014/main" id="{BA0657AA-DD9A-9243-9C54-84F3B9D93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5" name="Line 555">
              <a:extLst>
                <a:ext uri="{FF2B5EF4-FFF2-40B4-BE49-F238E27FC236}">
                  <a16:creationId xmlns:a16="http://schemas.microsoft.com/office/drawing/2014/main" id="{5E1928F6-58DF-494A-BDC5-4A1FE0710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6" name="Line 556">
              <a:extLst>
                <a:ext uri="{FF2B5EF4-FFF2-40B4-BE49-F238E27FC236}">
                  <a16:creationId xmlns:a16="http://schemas.microsoft.com/office/drawing/2014/main" id="{76B19EE0-1FB7-AF46-8606-35A600871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7" name="Line 557">
              <a:extLst>
                <a:ext uri="{FF2B5EF4-FFF2-40B4-BE49-F238E27FC236}">
                  <a16:creationId xmlns:a16="http://schemas.microsoft.com/office/drawing/2014/main" id="{19066C9C-96A8-E54B-AA08-3FAEA2875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8" name="Line 558">
              <a:extLst>
                <a:ext uri="{FF2B5EF4-FFF2-40B4-BE49-F238E27FC236}">
                  <a16:creationId xmlns:a16="http://schemas.microsoft.com/office/drawing/2014/main" id="{6B436365-CB8F-B94A-B1C3-68AFF6CEF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39" name="Line 559">
              <a:extLst>
                <a:ext uri="{FF2B5EF4-FFF2-40B4-BE49-F238E27FC236}">
                  <a16:creationId xmlns:a16="http://schemas.microsoft.com/office/drawing/2014/main" id="{FA40CEE0-BE1B-0345-9F4D-DD9CC9702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0" name="Line 560">
              <a:extLst>
                <a:ext uri="{FF2B5EF4-FFF2-40B4-BE49-F238E27FC236}">
                  <a16:creationId xmlns:a16="http://schemas.microsoft.com/office/drawing/2014/main" id="{03E71E30-3790-1D4A-9FD6-12FB6720C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1" name="Line 561">
              <a:extLst>
                <a:ext uri="{FF2B5EF4-FFF2-40B4-BE49-F238E27FC236}">
                  <a16:creationId xmlns:a16="http://schemas.microsoft.com/office/drawing/2014/main" id="{69FEF1D1-D20D-B341-A3DE-6CF7D334C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2" name="Line 562">
              <a:extLst>
                <a:ext uri="{FF2B5EF4-FFF2-40B4-BE49-F238E27FC236}">
                  <a16:creationId xmlns:a16="http://schemas.microsoft.com/office/drawing/2014/main" id="{08781A10-58F3-F84C-AAF2-013033B97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3" name="Line 563">
              <a:extLst>
                <a:ext uri="{FF2B5EF4-FFF2-40B4-BE49-F238E27FC236}">
                  <a16:creationId xmlns:a16="http://schemas.microsoft.com/office/drawing/2014/main" id="{3C356D85-D045-AD4E-B797-E6C82759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4" name="Line 564">
              <a:extLst>
                <a:ext uri="{FF2B5EF4-FFF2-40B4-BE49-F238E27FC236}">
                  <a16:creationId xmlns:a16="http://schemas.microsoft.com/office/drawing/2014/main" id="{A801390A-5D9D-864A-88AA-7BE916A0B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5" name="Line 565">
              <a:extLst>
                <a:ext uri="{FF2B5EF4-FFF2-40B4-BE49-F238E27FC236}">
                  <a16:creationId xmlns:a16="http://schemas.microsoft.com/office/drawing/2014/main" id="{45D5CC82-F10E-8242-BEE1-524EB17BA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6" name="Line 566">
              <a:extLst>
                <a:ext uri="{FF2B5EF4-FFF2-40B4-BE49-F238E27FC236}">
                  <a16:creationId xmlns:a16="http://schemas.microsoft.com/office/drawing/2014/main" id="{01480C2B-DB02-EC4E-B721-1A19328C1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7" name="Line 567">
              <a:extLst>
                <a:ext uri="{FF2B5EF4-FFF2-40B4-BE49-F238E27FC236}">
                  <a16:creationId xmlns:a16="http://schemas.microsoft.com/office/drawing/2014/main" id="{366F3CC1-4FFC-FD41-8FFD-B639C9B02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8" name="Line 568">
              <a:extLst>
                <a:ext uri="{FF2B5EF4-FFF2-40B4-BE49-F238E27FC236}">
                  <a16:creationId xmlns:a16="http://schemas.microsoft.com/office/drawing/2014/main" id="{EE042F9F-DFD8-9347-8523-8FE131C7C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49" name="Line 569">
              <a:extLst>
                <a:ext uri="{FF2B5EF4-FFF2-40B4-BE49-F238E27FC236}">
                  <a16:creationId xmlns:a16="http://schemas.microsoft.com/office/drawing/2014/main" id="{3E166E0A-A3FC-4B4C-94A9-6A461BAB7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0" name="Line 570">
              <a:extLst>
                <a:ext uri="{FF2B5EF4-FFF2-40B4-BE49-F238E27FC236}">
                  <a16:creationId xmlns:a16="http://schemas.microsoft.com/office/drawing/2014/main" id="{C35CC8A3-C8FC-4F47-AE99-D8A8AD822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1" name="Line 571">
              <a:extLst>
                <a:ext uri="{FF2B5EF4-FFF2-40B4-BE49-F238E27FC236}">
                  <a16:creationId xmlns:a16="http://schemas.microsoft.com/office/drawing/2014/main" id="{5986ECDF-F2F4-424A-ABED-2D89E28B0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2" name="Line 572">
              <a:extLst>
                <a:ext uri="{FF2B5EF4-FFF2-40B4-BE49-F238E27FC236}">
                  <a16:creationId xmlns:a16="http://schemas.microsoft.com/office/drawing/2014/main" id="{F7619EE1-6307-7A4E-A0AD-13C0311F9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3" name="Line 573">
              <a:extLst>
                <a:ext uri="{FF2B5EF4-FFF2-40B4-BE49-F238E27FC236}">
                  <a16:creationId xmlns:a16="http://schemas.microsoft.com/office/drawing/2014/main" id="{C276CDE8-17E6-2E4B-A5C1-5FD25B9B5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4" name="Line 574">
              <a:extLst>
                <a:ext uri="{FF2B5EF4-FFF2-40B4-BE49-F238E27FC236}">
                  <a16:creationId xmlns:a16="http://schemas.microsoft.com/office/drawing/2014/main" id="{B3C3C8A2-B8C1-604A-82C4-39D848864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5" name="Line 575">
              <a:extLst>
                <a:ext uri="{FF2B5EF4-FFF2-40B4-BE49-F238E27FC236}">
                  <a16:creationId xmlns:a16="http://schemas.microsoft.com/office/drawing/2014/main" id="{6B2E3C43-C685-F149-8040-B96F57009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6" name="Line 576">
              <a:extLst>
                <a:ext uri="{FF2B5EF4-FFF2-40B4-BE49-F238E27FC236}">
                  <a16:creationId xmlns:a16="http://schemas.microsoft.com/office/drawing/2014/main" id="{4CEBAD22-E17B-8E41-B0C5-1650811E0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7" name="Line 577">
              <a:extLst>
                <a:ext uri="{FF2B5EF4-FFF2-40B4-BE49-F238E27FC236}">
                  <a16:creationId xmlns:a16="http://schemas.microsoft.com/office/drawing/2014/main" id="{5D2CC668-480E-4C42-8B51-11C463FFF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8" name="Line 578">
              <a:extLst>
                <a:ext uri="{FF2B5EF4-FFF2-40B4-BE49-F238E27FC236}">
                  <a16:creationId xmlns:a16="http://schemas.microsoft.com/office/drawing/2014/main" id="{0F5C03B3-F2BE-E74D-8140-F9BBFC40A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59" name="Line 579">
              <a:extLst>
                <a:ext uri="{FF2B5EF4-FFF2-40B4-BE49-F238E27FC236}">
                  <a16:creationId xmlns:a16="http://schemas.microsoft.com/office/drawing/2014/main" id="{15689475-01C1-214A-8885-16BF09D6D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0" name="Line 580">
              <a:extLst>
                <a:ext uri="{FF2B5EF4-FFF2-40B4-BE49-F238E27FC236}">
                  <a16:creationId xmlns:a16="http://schemas.microsoft.com/office/drawing/2014/main" id="{0A2E59E4-30BE-6C4F-9F5E-7DE6C07FA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1" name="Line 581">
              <a:extLst>
                <a:ext uri="{FF2B5EF4-FFF2-40B4-BE49-F238E27FC236}">
                  <a16:creationId xmlns:a16="http://schemas.microsoft.com/office/drawing/2014/main" id="{51A44A8B-684F-5C44-931F-2D0AAEC6B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2" name="Line 582">
              <a:extLst>
                <a:ext uri="{FF2B5EF4-FFF2-40B4-BE49-F238E27FC236}">
                  <a16:creationId xmlns:a16="http://schemas.microsoft.com/office/drawing/2014/main" id="{1B91F822-8B63-E445-80A1-BB8ED7337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3" name="Line 583">
              <a:extLst>
                <a:ext uri="{FF2B5EF4-FFF2-40B4-BE49-F238E27FC236}">
                  <a16:creationId xmlns:a16="http://schemas.microsoft.com/office/drawing/2014/main" id="{9F7A7FFF-D554-AC40-BDBA-2A5CB45C0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481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4" name="Line 584">
              <a:extLst>
                <a:ext uri="{FF2B5EF4-FFF2-40B4-BE49-F238E27FC236}">
                  <a16:creationId xmlns:a16="http://schemas.microsoft.com/office/drawing/2014/main" id="{2E49A19C-765F-274D-BF4A-330DED774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5" name="Line 585">
              <a:extLst>
                <a:ext uri="{FF2B5EF4-FFF2-40B4-BE49-F238E27FC236}">
                  <a16:creationId xmlns:a16="http://schemas.microsoft.com/office/drawing/2014/main" id="{801E7DF2-6C4B-C045-B227-D3A56F168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1481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6" name="Line 586">
              <a:extLst>
                <a:ext uri="{FF2B5EF4-FFF2-40B4-BE49-F238E27FC236}">
                  <a16:creationId xmlns:a16="http://schemas.microsoft.com/office/drawing/2014/main" id="{C759D43F-8B40-BF47-9186-2A913E6CC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1481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7" name="Line 587">
              <a:extLst>
                <a:ext uri="{FF2B5EF4-FFF2-40B4-BE49-F238E27FC236}">
                  <a16:creationId xmlns:a16="http://schemas.microsoft.com/office/drawing/2014/main" id="{1B587857-C67F-DE4F-B39A-E0FD50A50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8" name="Line 588">
              <a:extLst>
                <a:ext uri="{FF2B5EF4-FFF2-40B4-BE49-F238E27FC236}">
                  <a16:creationId xmlns:a16="http://schemas.microsoft.com/office/drawing/2014/main" id="{AEE062C0-EFCD-1B4B-B500-9305EB8D8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69" name="Line 589">
              <a:extLst>
                <a:ext uri="{FF2B5EF4-FFF2-40B4-BE49-F238E27FC236}">
                  <a16:creationId xmlns:a16="http://schemas.microsoft.com/office/drawing/2014/main" id="{03A1424F-94D9-114A-8E63-DB0D6A4FA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0" name="Line 590">
              <a:extLst>
                <a:ext uri="{FF2B5EF4-FFF2-40B4-BE49-F238E27FC236}">
                  <a16:creationId xmlns:a16="http://schemas.microsoft.com/office/drawing/2014/main" id="{A9ACE60A-73D3-0E4E-8B27-FAC6D876B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1" name="Line 591">
              <a:extLst>
                <a:ext uri="{FF2B5EF4-FFF2-40B4-BE49-F238E27FC236}">
                  <a16:creationId xmlns:a16="http://schemas.microsoft.com/office/drawing/2014/main" id="{1030F01C-DAB8-6F4E-B42A-A7E183B92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2" name="Line 592">
              <a:extLst>
                <a:ext uri="{FF2B5EF4-FFF2-40B4-BE49-F238E27FC236}">
                  <a16:creationId xmlns:a16="http://schemas.microsoft.com/office/drawing/2014/main" id="{7CBFB4AE-F898-EC4D-A460-47FF38E8F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3" name="Line 593">
              <a:extLst>
                <a:ext uri="{FF2B5EF4-FFF2-40B4-BE49-F238E27FC236}">
                  <a16:creationId xmlns:a16="http://schemas.microsoft.com/office/drawing/2014/main" id="{56D71B7A-CAAB-6744-88D3-CD0FB363D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4" name="Line 594">
              <a:extLst>
                <a:ext uri="{FF2B5EF4-FFF2-40B4-BE49-F238E27FC236}">
                  <a16:creationId xmlns:a16="http://schemas.microsoft.com/office/drawing/2014/main" id="{78054B44-16BB-9041-BDC3-E73B21619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5" name="Line 595">
              <a:extLst>
                <a:ext uri="{FF2B5EF4-FFF2-40B4-BE49-F238E27FC236}">
                  <a16:creationId xmlns:a16="http://schemas.microsoft.com/office/drawing/2014/main" id="{06B03D3C-419B-D948-A8E0-58914D724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6" name="Line 596">
              <a:extLst>
                <a:ext uri="{FF2B5EF4-FFF2-40B4-BE49-F238E27FC236}">
                  <a16:creationId xmlns:a16="http://schemas.microsoft.com/office/drawing/2014/main" id="{24C9B448-6F88-5349-A76D-8900938A8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7" name="Line 597">
              <a:extLst>
                <a:ext uri="{FF2B5EF4-FFF2-40B4-BE49-F238E27FC236}">
                  <a16:creationId xmlns:a16="http://schemas.microsoft.com/office/drawing/2014/main" id="{DAB1D2D2-7DA0-A44A-84AB-716EBFBF4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8" name="Line 598">
              <a:extLst>
                <a:ext uri="{FF2B5EF4-FFF2-40B4-BE49-F238E27FC236}">
                  <a16:creationId xmlns:a16="http://schemas.microsoft.com/office/drawing/2014/main" id="{086CFFDD-E76B-4241-81A6-252185E0B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79" name="Line 599">
              <a:extLst>
                <a:ext uri="{FF2B5EF4-FFF2-40B4-BE49-F238E27FC236}">
                  <a16:creationId xmlns:a16="http://schemas.microsoft.com/office/drawing/2014/main" id="{F2A34DD6-372A-0D44-B8FC-697CBB481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8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0" name="Line 600">
              <a:extLst>
                <a:ext uri="{FF2B5EF4-FFF2-40B4-BE49-F238E27FC236}">
                  <a16:creationId xmlns:a16="http://schemas.microsoft.com/office/drawing/2014/main" id="{932F67B7-E86E-ED4D-9302-89892B11D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1" name="Line 601">
              <a:extLst>
                <a:ext uri="{FF2B5EF4-FFF2-40B4-BE49-F238E27FC236}">
                  <a16:creationId xmlns:a16="http://schemas.microsoft.com/office/drawing/2014/main" id="{20E99E71-DB18-C643-B222-58F4487BA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2" name="Line 602">
              <a:extLst>
                <a:ext uri="{FF2B5EF4-FFF2-40B4-BE49-F238E27FC236}">
                  <a16:creationId xmlns:a16="http://schemas.microsoft.com/office/drawing/2014/main" id="{AC4C6D1C-8E75-C948-B4CD-02E37DBCC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3" name="Line 603">
              <a:extLst>
                <a:ext uri="{FF2B5EF4-FFF2-40B4-BE49-F238E27FC236}">
                  <a16:creationId xmlns:a16="http://schemas.microsoft.com/office/drawing/2014/main" id="{1FB3AA0B-3177-A444-A073-2DE2957AC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4" name="Line 604">
              <a:extLst>
                <a:ext uri="{FF2B5EF4-FFF2-40B4-BE49-F238E27FC236}">
                  <a16:creationId xmlns:a16="http://schemas.microsoft.com/office/drawing/2014/main" id="{54D0A0E8-A845-F948-841D-600244BCF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5" name="Line 605">
              <a:extLst>
                <a:ext uri="{FF2B5EF4-FFF2-40B4-BE49-F238E27FC236}">
                  <a16:creationId xmlns:a16="http://schemas.microsoft.com/office/drawing/2014/main" id="{31F108A6-4726-C94B-84A4-49F93B15D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6" name="Line 606">
              <a:extLst>
                <a:ext uri="{FF2B5EF4-FFF2-40B4-BE49-F238E27FC236}">
                  <a16:creationId xmlns:a16="http://schemas.microsoft.com/office/drawing/2014/main" id="{9CADAAFD-73AA-4244-B9E9-DAC2EDC06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7" name="Line 607">
              <a:extLst>
                <a:ext uri="{FF2B5EF4-FFF2-40B4-BE49-F238E27FC236}">
                  <a16:creationId xmlns:a16="http://schemas.microsoft.com/office/drawing/2014/main" id="{29989869-3B83-3E4A-A5FA-C6C2C485D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9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8" name="Line 608">
              <a:extLst>
                <a:ext uri="{FF2B5EF4-FFF2-40B4-BE49-F238E27FC236}">
                  <a16:creationId xmlns:a16="http://schemas.microsoft.com/office/drawing/2014/main" id="{FDDE0C5A-0BC4-C34F-97B4-A9D7376AC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89" name="Line 609">
              <a:extLst>
                <a:ext uri="{FF2B5EF4-FFF2-40B4-BE49-F238E27FC236}">
                  <a16:creationId xmlns:a16="http://schemas.microsoft.com/office/drawing/2014/main" id="{3F7666C1-3A88-DC4E-AD38-F93B5E95A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0" name="Line 610">
              <a:extLst>
                <a:ext uri="{FF2B5EF4-FFF2-40B4-BE49-F238E27FC236}">
                  <a16:creationId xmlns:a16="http://schemas.microsoft.com/office/drawing/2014/main" id="{30368047-AD97-0D4D-AE68-DA5228753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7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1" name="Line 611">
              <a:extLst>
                <a:ext uri="{FF2B5EF4-FFF2-40B4-BE49-F238E27FC236}">
                  <a16:creationId xmlns:a16="http://schemas.microsoft.com/office/drawing/2014/main" id="{859B6241-AA91-974C-80A7-C71216B50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2" name="Line 612">
              <a:extLst>
                <a:ext uri="{FF2B5EF4-FFF2-40B4-BE49-F238E27FC236}">
                  <a16:creationId xmlns:a16="http://schemas.microsoft.com/office/drawing/2014/main" id="{44655BF6-16ED-5D4A-AB8B-AEC9995D2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3" name="Line 613">
              <a:extLst>
                <a:ext uri="{FF2B5EF4-FFF2-40B4-BE49-F238E27FC236}">
                  <a16:creationId xmlns:a16="http://schemas.microsoft.com/office/drawing/2014/main" id="{197B3049-161F-E544-8E1D-83CC8F4B6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5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4" name="Line 614">
              <a:extLst>
                <a:ext uri="{FF2B5EF4-FFF2-40B4-BE49-F238E27FC236}">
                  <a16:creationId xmlns:a16="http://schemas.microsoft.com/office/drawing/2014/main" id="{FCC2F7C0-3ED6-1C4E-9A60-C0BF0FF6F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95" name="Line 615">
              <a:extLst>
                <a:ext uri="{FF2B5EF4-FFF2-40B4-BE49-F238E27FC236}">
                  <a16:creationId xmlns:a16="http://schemas.microsoft.com/office/drawing/2014/main" id="{00401B69-D490-8F4B-BE66-CBB828E9E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1" name="Group 817">
            <a:extLst>
              <a:ext uri="{FF2B5EF4-FFF2-40B4-BE49-F238E27FC236}">
                <a16:creationId xmlns:a16="http://schemas.microsoft.com/office/drawing/2014/main" id="{71F764A7-9115-144C-868C-5BDCADBA9743}"/>
              </a:ext>
            </a:extLst>
          </p:cNvPr>
          <p:cNvGrpSpPr>
            <a:grpSpLocks/>
          </p:cNvGrpSpPr>
          <p:nvPr/>
        </p:nvGrpSpPr>
        <p:grpSpPr bwMode="auto">
          <a:xfrm>
            <a:off x="1096963" y="1962150"/>
            <a:ext cx="5870575" cy="3176588"/>
            <a:chOff x="499" y="1236"/>
            <a:chExt cx="3698" cy="2001"/>
          </a:xfrm>
        </p:grpSpPr>
        <p:sp>
          <p:nvSpPr>
            <p:cNvPr id="32996" name="Line 617">
              <a:extLst>
                <a:ext uri="{FF2B5EF4-FFF2-40B4-BE49-F238E27FC236}">
                  <a16:creationId xmlns:a16="http://schemas.microsoft.com/office/drawing/2014/main" id="{0B911C14-528C-B341-AEE8-903FE0CA30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7" name="Line 618">
              <a:extLst>
                <a:ext uri="{FF2B5EF4-FFF2-40B4-BE49-F238E27FC236}">
                  <a16:creationId xmlns:a16="http://schemas.microsoft.com/office/drawing/2014/main" id="{2285A5B9-1D92-B54B-977C-E35BA6942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8" name="Line 619">
              <a:extLst>
                <a:ext uri="{FF2B5EF4-FFF2-40B4-BE49-F238E27FC236}">
                  <a16:creationId xmlns:a16="http://schemas.microsoft.com/office/drawing/2014/main" id="{FE975112-2A7F-2B4D-8A1F-62DCABA78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Line 620">
              <a:extLst>
                <a:ext uri="{FF2B5EF4-FFF2-40B4-BE49-F238E27FC236}">
                  <a16:creationId xmlns:a16="http://schemas.microsoft.com/office/drawing/2014/main" id="{B8ED1D0A-3877-1547-B03B-E4C29F668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2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0" name="Line 621">
              <a:extLst>
                <a:ext uri="{FF2B5EF4-FFF2-40B4-BE49-F238E27FC236}">
                  <a16:creationId xmlns:a16="http://schemas.microsoft.com/office/drawing/2014/main" id="{14EE6DA5-076E-0441-9ED0-86051A7A4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1" name="Line 622">
              <a:extLst>
                <a:ext uri="{FF2B5EF4-FFF2-40B4-BE49-F238E27FC236}">
                  <a16:creationId xmlns:a16="http://schemas.microsoft.com/office/drawing/2014/main" id="{6C2F0EDD-5167-1045-9035-42F5FEE06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2" name="Line 623">
              <a:extLst>
                <a:ext uri="{FF2B5EF4-FFF2-40B4-BE49-F238E27FC236}">
                  <a16:creationId xmlns:a16="http://schemas.microsoft.com/office/drawing/2014/main" id="{7B121840-539F-0446-BF08-8EFF528C9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3" name="Line 624">
              <a:extLst>
                <a:ext uri="{FF2B5EF4-FFF2-40B4-BE49-F238E27FC236}">
                  <a16:creationId xmlns:a16="http://schemas.microsoft.com/office/drawing/2014/main" id="{1B13C2C0-D30F-5445-89D3-8A4DD9F3F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3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4" name="Line 625">
              <a:extLst>
                <a:ext uri="{FF2B5EF4-FFF2-40B4-BE49-F238E27FC236}">
                  <a16:creationId xmlns:a16="http://schemas.microsoft.com/office/drawing/2014/main" id="{29754963-5A47-914D-A698-FB98D49FC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5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5" name="Line 626">
              <a:extLst>
                <a:ext uri="{FF2B5EF4-FFF2-40B4-BE49-F238E27FC236}">
                  <a16:creationId xmlns:a16="http://schemas.microsoft.com/office/drawing/2014/main" id="{0D4CE496-E209-354C-BB6B-1B7C8B8E6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6" name="Line 627">
              <a:extLst>
                <a:ext uri="{FF2B5EF4-FFF2-40B4-BE49-F238E27FC236}">
                  <a16:creationId xmlns:a16="http://schemas.microsoft.com/office/drawing/2014/main" id="{021C02BF-CC69-BA42-BA33-AF2F54610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1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7" name="Line 628">
              <a:extLst>
                <a:ext uri="{FF2B5EF4-FFF2-40B4-BE49-F238E27FC236}">
                  <a16:creationId xmlns:a16="http://schemas.microsoft.com/office/drawing/2014/main" id="{E2733562-2453-254E-A28B-19EA24332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8" name="Line 629">
              <a:extLst>
                <a:ext uri="{FF2B5EF4-FFF2-40B4-BE49-F238E27FC236}">
                  <a16:creationId xmlns:a16="http://schemas.microsoft.com/office/drawing/2014/main" id="{78648018-9F47-7F4E-BA8A-6F02841CB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9" name="Line 630">
              <a:extLst>
                <a:ext uri="{FF2B5EF4-FFF2-40B4-BE49-F238E27FC236}">
                  <a16:creationId xmlns:a16="http://schemas.microsoft.com/office/drawing/2014/main" id="{1B7D643A-6307-6740-AA59-1838BE583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0" name="Line 631">
              <a:extLst>
                <a:ext uri="{FF2B5EF4-FFF2-40B4-BE49-F238E27FC236}">
                  <a16:creationId xmlns:a16="http://schemas.microsoft.com/office/drawing/2014/main" id="{D1DD5DD0-5587-5649-BDFB-10CF81C78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1" name="Line 632">
              <a:extLst>
                <a:ext uri="{FF2B5EF4-FFF2-40B4-BE49-F238E27FC236}">
                  <a16:creationId xmlns:a16="http://schemas.microsoft.com/office/drawing/2014/main" id="{C1E81025-702C-CC44-AF12-EC55F6215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2" name="Line 633">
              <a:extLst>
                <a:ext uri="{FF2B5EF4-FFF2-40B4-BE49-F238E27FC236}">
                  <a16:creationId xmlns:a16="http://schemas.microsoft.com/office/drawing/2014/main" id="{CD4A1C69-1EFD-8548-8601-D3812950E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7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3" name="Line 634">
              <a:extLst>
                <a:ext uri="{FF2B5EF4-FFF2-40B4-BE49-F238E27FC236}">
                  <a16:creationId xmlns:a16="http://schemas.microsoft.com/office/drawing/2014/main" id="{15C59852-A5D2-994A-8C38-6DB5FC6E0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4" name="Line 635">
              <a:extLst>
                <a:ext uri="{FF2B5EF4-FFF2-40B4-BE49-F238E27FC236}">
                  <a16:creationId xmlns:a16="http://schemas.microsoft.com/office/drawing/2014/main" id="{8703A456-E32C-4F42-BFA5-06A90893F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5" name="Line 636">
              <a:extLst>
                <a:ext uri="{FF2B5EF4-FFF2-40B4-BE49-F238E27FC236}">
                  <a16:creationId xmlns:a16="http://schemas.microsoft.com/office/drawing/2014/main" id="{69F05EE9-6A11-634F-82BF-B0A4B297A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6" name="Line 637">
              <a:extLst>
                <a:ext uri="{FF2B5EF4-FFF2-40B4-BE49-F238E27FC236}">
                  <a16:creationId xmlns:a16="http://schemas.microsoft.com/office/drawing/2014/main" id="{0AA2C4DE-83D1-2C4A-9466-1C85F46C7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7" name="Line 638">
              <a:extLst>
                <a:ext uri="{FF2B5EF4-FFF2-40B4-BE49-F238E27FC236}">
                  <a16:creationId xmlns:a16="http://schemas.microsoft.com/office/drawing/2014/main" id="{64198B29-9FD3-0A43-BF54-275EC74BE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8" name="Line 639">
              <a:extLst>
                <a:ext uri="{FF2B5EF4-FFF2-40B4-BE49-F238E27FC236}">
                  <a16:creationId xmlns:a16="http://schemas.microsoft.com/office/drawing/2014/main" id="{2442D6C4-CB22-A748-9620-68AF660A3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9" name="Line 640">
              <a:extLst>
                <a:ext uri="{FF2B5EF4-FFF2-40B4-BE49-F238E27FC236}">
                  <a16:creationId xmlns:a16="http://schemas.microsoft.com/office/drawing/2014/main" id="{7E0914A9-935C-4B4F-98AF-7503E24D2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0" name="Line 641">
              <a:extLst>
                <a:ext uri="{FF2B5EF4-FFF2-40B4-BE49-F238E27FC236}">
                  <a16:creationId xmlns:a16="http://schemas.microsoft.com/office/drawing/2014/main" id="{B4DF028F-C58F-A443-AD91-4CB1EB6AF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1" name="Line 642">
              <a:extLst>
                <a:ext uri="{FF2B5EF4-FFF2-40B4-BE49-F238E27FC236}">
                  <a16:creationId xmlns:a16="http://schemas.microsoft.com/office/drawing/2014/main" id="{A38A5DCA-D4D5-F443-B6B2-FF80797E4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2" name="Line 643">
              <a:extLst>
                <a:ext uri="{FF2B5EF4-FFF2-40B4-BE49-F238E27FC236}">
                  <a16:creationId xmlns:a16="http://schemas.microsoft.com/office/drawing/2014/main" id="{A96DC2A5-917F-344A-A1B8-33D1B1BE1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3" name="Line 644">
              <a:extLst>
                <a:ext uri="{FF2B5EF4-FFF2-40B4-BE49-F238E27FC236}">
                  <a16:creationId xmlns:a16="http://schemas.microsoft.com/office/drawing/2014/main" id="{130210BC-7211-894E-B2C4-0F96C6104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4" name="Line 645">
              <a:extLst>
                <a:ext uri="{FF2B5EF4-FFF2-40B4-BE49-F238E27FC236}">
                  <a16:creationId xmlns:a16="http://schemas.microsoft.com/office/drawing/2014/main" id="{F86A25E0-7B9F-F340-B75D-0E6A24F75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5" name="Line 646">
              <a:extLst>
                <a:ext uri="{FF2B5EF4-FFF2-40B4-BE49-F238E27FC236}">
                  <a16:creationId xmlns:a16="http://schemas.microsoft.com/office/drawing/2014/main" id="{0157B360-B35D-A14B-9D7F-D87BBA1A9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6" name="Line 647">
              <a:extLst>
                <a:ext uri="{FF2B5EF4-FFF2-40B4-BE49-F238E27FC236}">
                  <a16:creationId xmlns:a16="http://schemas.microsoft.com/office/drawing/2014/main" id="{15930D82-23C3-FF4D-B843-F24E90E8F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7" name="Line 648">
              <a:extLst>
                <a:ext uri="{FF2B5EF4-FFF2-40B4-BE49-F238E27FC236}">
                  <a16:creationId xmlns:a16="http://schemas.microsoft.com/office/drawing/2014/main" id="{665EF6B0-C33D-3042-824F-D6E91C07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8" name="Line 649">
              <a:extLst>
                <a:ext uri="{FF2B5EF4-FFF2-40B4-BE49-F238E27FC236}">
                  <a16:creationId xmlns:a16="http://schemas.microsoft.com/office/drawing/2014/main" id="{63CD1DB6-27AC-8B4A-8F82-E07036F83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9" name="Line 650">
              <a:extLst>
                <a:ext uri="{FF2B5EF4-FFF2-40B4-BE49-F238E27FC236}">
                  <a16:creationId xmlns:a16="http://schemas.microsoft.com/office/drawing/2014/main" id="{52A59C25-969D-D645-95F7-BD187AA9C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0" name="Line 651">
              <a:extLst>
                <a:ext uri="{FF2B5EF4-FFF2-40B4-BE49-F238E27FC236}">
                  <a16:creationId xmlns:a16="http://schemas.microsoft.com/office/drawing/2014/main" id="{FC96566E-A985-5F47-BEFF-4250AEB2A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1" name="Line 652">
              <a:extLst>
                <a:ext uri="{FF2B5EF4-FFF2-40B4-BE49-F238E27FC236}">
                  <a16:creationId xmlns:a16="http://schemas.microsoft.com/office/drawing/2014/main" id="{742128CB-FCA6-8A4D-9E00-C95044D14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Line 653">
              <a:extLst>
                <a:ext uri="{FF2B5EF4-FFF2-40B4-BE49-F238E27FC236}">
                  <a16:creationId xmlns:a16="http://schemas.microsoft.com/office/drawing/2014/main" id="{D1BA112B-69C9-EF4A-8E53-9571F7066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Line 654">
              <a:extLst>
                <a:ext uri="{FF2B5EF4-FFF2-40B4-BE49-F238E27FC236}">
                  <a16:creationId xmlns:a16="http://schemas.microsoft.com/office/drawing/2014/main" id="{CA078C28-BFFF-594D-BF66-600106A6F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236"/>
              <a:ext cx="1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Line 655">
              <a:extLst>
                <a:ext uri="{FF2B5EF4-FFF2-40B4-BE49-F238E27FC236}">
                  <a16:creationId xmlns:a16="http://schemas.microsoft.com/office/drawing/2014/main" id="{DB2E2DCA-9DC7-FB4D-A910-814604E1E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Line 656">
              <a:extLst>
                <a:ext uri="{FF2B5EF4-FFF2-40B4-BE49-F238E27FC236}">
                  <a16:creationId xmlns:a16="http://schemas.microsoft.com/office/drawing/2014/main" id="{2B23B04A-B680-7246-904E-8327AB141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9" y="1236"/>
              <a:ext cx="18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Line 657">
              <a:extLst>
                <a:ext uri="{FF2B5EF4-FFF2-40B4-BE49-F238E27FC236}">
                  <a16:creationId xmlns:a16="http://schemas.microsoft.com/office/drawing/2014/main" id="{35153F01-1968-4245-9478-9003EA71F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1236"/>
              <a:ext cx="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Rectangle 658">
              <a:extLst>
                <a:ext uri="{FF2B5EF4-FFF2-40B4-BE49-F238E27FC236}">
                  <a16:creationId xmlns:a16="http://schemas.microsoft.com/office/drawing/2014/main" id="{6255C30F-4B41-A940-8B62-DE7941C2B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" y="1236"/>
              <a:ext cx="3646" cy="1974"/>
            </a:xfrm>
            <a:prstGeom prst="rect">
              <a:avLst/>
            </a:prstGeom>
            <a:noFill/>
            <a:ln w="14288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038" name="Line 659">
              <a:extLst>
                <a:ext uri="{FF2B5EF4-FFF2-40B4-BE49-F238E27FC236}">
                  <a16:creationId xmlns:a16="http://schemas.microsoft.com/office/drawing/2014/main" id="{B85BD4F7-F0F6-D64A-BA13-7F597547B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236"/>
              <a:ext cx="1" cy="197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9" name="Line 660">
              <a:extLst>
                <a:ext uri="{FF2B5EF4-FFF2-40B4-BE49-F238E27FC236}">
                  <a16:creationId xmlns:a16="http://schemas.microsoft.com/office/drawing/2014/main" id="{BB3EF3AE-0692-7C40-BA84-BBFA1D577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3210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0" name="Line 661">
              <a:extLst>
                <a:ext uri="{FF2B5EF4-FFF2-40B4-BE49-F238E27FC236}">
                  <a16:creationId xmlns:a16="http://schemas.microsoft.com/office/drawing/2014/main" id="{E24BF322-CED9-9444-A69E-1DDD326D4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965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1" name="Line 662">
              <a:extLst>
                <a:ext uri="{FF2B5EF4-FFF2-40B4-BE49-F238E27FC236}">
                  <a16:creationId xmlns:a16="http://schemas.microsoft.com/office/drawing/2014/main" id="{BC1995DB-61E4-6249-B76E-5BAA09A33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719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2" name="Line 663">
              <a:extLst>
                <a:ext uri="{FF2B5EF4-FFF2-40B4-BE49-F238E27FC236}">
                  <a16:creationId xmlns:a16="http://schemas.microsoft.com/office/drawing/2014/main" id="{FF807E38-41D8-6649-9246-CFFDB13DB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473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3" name="Line 664">
              <a:extLst>
                <a:ext uri="{FF2B5EF4-FFF2-40B4-BE49-F238E27FC236}">
                  <a16:creationId xmlns:a16="http://schemas.microsoft.com/office/drawing/2014/main" id="{9D046D5B-11C1-C440-85F7-67B8CD826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227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4" name="Line 665">
              <a:extLst>
                <a:ext uri="{FF2B5EF4-FFF2-40B4-BE49-F238E27FC236}">
                  <a16:creationId xmlns:a16="http://schemas.microsoft.com/office/drawing/2014/main" id="{EC1F0770-9381-4C47-876D-4B8F4DA11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1973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5" name="Line 666">
              <a:extLst>
                <a:ext uri="{FF2B5EF4-FFF2-40B4-BE49-F238E27FC236}">
                  <a16:creationId xmlns:a16="http://schemas.microsoft.com/office/drawing/2014/main" id="{40594ABE-31FE-6745-AF72-CFEE29607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1727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6" name="Line 667">
              <a:extLst>
                <a:ext uri="{FF2B5EF4-FFF2-40B4-BE49-F238E27FC236}">
                  <a16:creationId xmlns:a16="http://schemas.microsoft.com/office/drawing/2014/main" id="{AAD7A740-E532-C144-A308-A21557E38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1481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7" name="Line 668">
              <a:extLst>
                <a:ext uri="{FF2B5EF4-FFF2-40B4-BE49-F238E27FC236}">
                  <a16:creationId xmlns:a16="http://schemas.microsoft.com/office/drawing/2014/main" id="{C31CD6B7-03E7-C341-A208-BC83BCC6C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1236"/>
              <a:ext cx="2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8" name="Line 669">
              <a:extLst>
                <a:ext uri="{FF2B5EF4-FFF2-40B4-BE49-F238E27FC236}">
                  <a16:creationId xmlns:a16="http://schemas.microsoft.com/office/drawing/2014/main" id="{F89F432F-4CC8-624C-A9FB-FE242BAEE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3210"/>
              <a:ext cx="364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9" name="Line 670">
              <a:extLst>
                <a:ext uri="{FF2B5EF4-FFF2-40B4-BE49-F238E27FC236}">
                  <a16:creationId xmlns:a16="http://schemas.microsoft.com/office/drawing/2014/main" id="{85BCFD38-A14C-0043-86B3-FD43AA8AB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0" name="Line 671">
              <a:extLst>
                <a:ext uri="{FF2B5EF4-FFF2-40B4-BE49-F238E27FC236}">
                  <a16:creationId xmlns:a16="http://schemas.microsoft.com/office/drawing/2014/main" id="{2E4E6F8A-E1CE-3647-98E3-86C932A586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1" name="Line 672">
              <a:extLst>
                <a:ext uri="{FF2B5EF4-FFF2-40B4-BE49-F238E27FC236}">
                  <a16:creationId xmlns:a16="http://schemas.microsoft.com/office/drawing/2014/main" id="{520C6901-AE06-8D4C-9CD8-E3D3EB131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2" name="Line 673">
              <a:extLst>
                <a:ext uri="{FF2B5EF4-FFF2-40B4-BE49-F238E27FC236}">
                  <a16:creationId xmlns:a16="http://schemas.microsoft.com/office/drawing/2014/main" id="{153129C4-603E-3349-80CE-0EFA45619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5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3" name="Line 674">
              <a:extLst>
                <a:ext uri="{FF2B5EF4-FFF2-40B4-BE49-F238E27FC236}">
                  <a16:creationId xmlns:a16="http://schemas.microsoft.com/office/drawing/2014/main" id="{4E610DCC-A2D9-A740-AEDA-AD3F83C27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9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4" name="Line 675">
              <a:extLst>
                <a:ext uri="{FF2B5EF4-FFF2-40B4-BE49-F238E27FC236}">
                  <a16:creationId xmlns:a16="http://schemas.microsoft.com/office/drawing/2014/main" id="{050DAB3C-BBA9-3440-83B1-39773A466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3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5" name="Line 676">
              <a:extLst>
                <a:ext uri="{FF2B5EF4-FFF2-40B4-BE49-F238E27FC236}">
                  <a16:creationId xmlns:a16="http://schemas.microsoft.com/office/drawing/2014/main" id="{27496B51-133B-114D-8367-9293B27E35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6" name="Line 677">
              <a:extLst>
                <a:ext uri="{FF2B5EF4-FFF2-40B4-BE49-F238E27FC236}">
                  <a16:creationId xmlns:a16="http://schemas.microsoft.com/office/drawing/2014/main" id="{1E3797A4-6E50-AD4F-A232-06F951690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Line 678">
              <a:extLst>
                <a:ext uri="{FF2B5EF4-FFF2-40B4-BE49-F238E27FC236}">
                  <a16:creationId xmlns:a16="http://schemas.microsoft.com/office/drawing/2014/main" id="{FFC7EFA2-30BD-E14B-8003-3B12F598D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2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Line 679">
              <a:extLst>
                <a:ext uri="{FF2B5EF4-FFF2-40B4-BE49-F238E27FC236}">
                  <a16:creationId xmlns:a16="http://schemas.microsoft.com/office/drawing/2014/main" id="{67C751E8-03C8-0842-816D-89AFD346B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Line 680">
              <a:extLst>
                <a:ext uri="{FF2B5EF4-FFF2-40B4-BE49-F238E27FC236}">
                  <a16:creationId xmlns:a16="http://schemas.microsoft.com/office/drawing/2014/main" id="{6FD63D1E-07F0-F244-B454-B85E8FC5D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0" name="Line 681">
              <a:extLst>
                <a:ext uri="{FF2B5EF4-FFF2-40B4-BE49-F238E27FC236}">
                  <a16:creationId xmlns:a16="http://schemas.microsoft.com/office/drawing/2014/main" id="{CBA173F9-A3D4-234D-9997-717EE66D9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3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1" name="Line 682">
              <a:extLst>
                <a:ext uri="{FF2B5EF4-FFF2-40B4-BE49-F238E27FC236}">
                  <a16:creationId xmlns:a16="http://schemas.microsoft.com/office/drawing/2014/main" id="{4AE86420-72CE-CC49-B510-DCECED380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7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Line 683">
              <a:extLst>
                <a:ext uri="{FF2B5EF4-FFF2-40B4-BE49-F238E27FC236}">
                  <a16:creationId xmlns:a16="http://schemas.microsoft.com/office/drawing/2014/main" id="{4A1CD660-2170-794D-8690-54329CD67D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3" name="Line 684">
              <a:extLst>
                <a:ext uri="{FF2B5EF4-FFF2-40B4-BE49-F238E27FC236}">
                  <a16:creationId xmlns:a16="http://schemas.microsoft.com/office/drawing/2014/main" id="{9593315F-4E44-3D42-807B-D16386BE32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4" name="Line 685">
              <a:extLst>
                <a:ext uri="{FF2B5EF4-FFF2-40B4-BE49-F238E27FC236}">
                  <a16:creationId xmlns:a16="http://schemas.microsoft.com/office/drawing/2014/main" id="{68E3B4CF-C36D-FF45-A0D3-83FD05E01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5" name="Line 686">
              <a:extLst>
                <a:ext uri="{FF2B5EF4-FFF2-40B4-BE49-F238E27FC236}">
                  <a16:creationId xmlns:a16="http://schemas.microsoft.com/office/drawing/2014/main" id="{EEB64689-2585-E946-ABC2-8542CCFC7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1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6" name="Line 687">
              <a:extLst>
                <a:ext uri="{FF2B5EF4-FFF2-40B4-BE49-F238E27FC236}">
                  <a16:creationId xmlns:a16="http://schemas.microsoft.com/office/drawing/2014/main" id="{FBE92F06-BC8D-B949-8843-B9C7E38E7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4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7" name="Line 688">
              <a:extLst>
                <a:ext uri="{FF2B5EF4-FFF2-40B4-BE49-F238E27FC236}">
                  <a16:creationId xmlns:a16="http://schemas.microsoft.com/office/drawing/2014/main" id="{9F890DA5-836D-F04C-AA45-D3AB2E1F4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8" name="Line 689">
              <a:extLst>
                <a:ext uri="{FF2B5EF4-FFF2-40B4-BE49-F238E27FC236}">
                  <a16:creationId xmlns:a16="http://schemas.microsoft.com/office/drawing/2014/main" id="{26CB3DF3-BF6F-AC41-911B-E005B959C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3184"/>
              <a:ext cx="1" cy="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9" name="Freeform 690">
              <a:extLst>
                <a:ext uri="{FF2B5EF4-FFF2-40B4-BE49-F238E27FC236}">
                  <a16:creationId xmlns:a16="http://schemas.microsoft.com/office/drawing/2014/main" id="{EBF8FCD8-57E3-E440-A00C-AFB1AAE67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464"/>
              <a:ext cx="3646" cy="1334"/>
            </a:xfrm>
            <a:custGeom>
              <a:avLst/>
              <a:gdLst>
                <a:gd name="T0" fmla="*/ 0 w 3646"/>
                <a:gd name="T1" fmla="*/ 0 h 1334"/>
                <a:gd name="T2" fmla="*/ 193 w 3646"/>
                <a:gd name="T3" fmla="*/ 123 h 1334"/>
                <a:gd name="T4" fmla="*/ 387 w 3646"/>
                <a:gd name="T5" fmla="*/ 219 h 1334"/>
                <a:gd name="T6" fmla="*/ 580 w 3646"/>
                <a:gd name="T7" fmla="*/ 263 h 1334"/>
                <a:gd name="T8" fmla="*/ 764 w 3646"/>
                <a:gd name="T9" fmla="*/ 570 h 1334"/>
                <a:gd name="T10" fmla="*/ 958 w 3646"/>
                <a:gd name="T11" fmla="*/ 1123 h 1334"/>
                <a:gd name="T12" fmla="*/ 1151 w 3646"/>
                <a:gd name="T13" fmla="*/ 1141 h 1334"/>
                <a:gd name="T14" fmla="*/ 1344 w 3646"/>
                <a:gd name="T15" fmla="*/ 1158 h 1334"/>
                <a:gd name="T16" fmla="*/ 1537 w 3646"/>
                <a:gd name="T17" fmla="*/ 1176 h 1334"/>
                <a:gd name="T18" fmla="*/ 1731 w 3646"/>
                <a:gd name="T19" fmla="*/ 1202 h 1334"/>
                <a:gd name="T20" fmla="*/ 1915 w 3646"/>
                <a:gd name="T21" fmla="*/ 1229 h 1334"/>
                <a:gd name="T22" fmla="*/ 2108 w 3646"/>
                <a:gd name="T23" fmla="*/ 1237 h 1334"/>
                <a:gd name="T24" fmla="*/ 2302 w 3646"/>
                <a:gd name="T25" fmla="*/ 1255 h 1334"/>
                <a:gd name="T26" fmla="*/ 2495 w 3646"/>
                <a:gd name="T27" fmla="*/ 1272 h 1334"/>
                <a:gd name="T28" fmla="*/ 2688 w 3646"/>
                <a:gd name="T29" fmla="*/ 1307 h 1334"/>
                <a:gd name="T30" fmla="*/ 2881 w 3646"/>
                <a:gd name="T31" fmla="*/ 1307 h 1334"/>
                <a:gd name="T32" fmla="*/ 3066 w 3646"/>
                <a:gd name="T33" fmla="*/ 1307 h 1334"/>
                <a:gd name="T34" fmla="*/ 3259 w 3646"/>
                <a:gd name="T35" fmla="*/ 1316 h 1334"/>
                <a:gd name="T36" fmla="*/ 3452 w 3646"/>
                <a:gd name="T37" fmla="*/ 1334 h 1334"/>
                <a:gd name="T38" fmla="*/ 3646 w 3646"/>
                <a:gd name="T39" fmla="*/ 1325 h 13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1334"/>
                <a:gd name="T62" fmla="*/ 3646 w 3646"/>
                <a:gd name="T63" fmla="*/ 1334 h 133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1334">
                  <a:moveTo>
                    <a:pt x="0" y="0"/>
                  </a:moveTo>
                  <a:lnTo>
                    <a:pt x="193" y="123"/>
                  </a:lnTo>
                  <a:lnTo>
                    <a:pt x="387" y="219"/>
                  </a:lnTo>
                  <a:lnTo>
                    <a:pt x="580" y="263"/>
                  </a:lnTo>
                  <a:lnTo>
                    <a:pt x="764" y="570"/>
                  </a:lnTo>
                  <a:lnTo>
                    <a:pt x="958" y="1123"/>
                  </a:lnTo>
                  <a:lnTo>
                    <a:pt x="1151" y="1141"/>
                  </a:lnTo>
                  <a:lnTo>
                    <a:pt x="1344" y="1158"/>
                  </a:lnTo>
                  <a:lnTo>
                    <a:pt x="1537" y="1176"/>
                  </a:lnTo>
                  <a:lnTo>
                    <a:pt x="1731" y="1202"/>
                  </a:lnTo>
                  <a:lnTo>
                    <a:pt x="1915" y="1229"/>
                  </a:lnTo>
                  <a:lnTo>
                    <a:pt x="2108" y="1237"/>
                  </a:lnTo>
                  <a:lnTo>
                    <a:pt x="2302" y="1255"/>
                  </a:lnTo>
                  <a:lnTo>
                    <a:pt x="2495" y="1272"/>
                  </a:lnTo>
                  <a:lnTo>
                    <a:pt x="2688" y="1307"/>
                  </a:lnTo>
                  <a:lnTo>
                    <a:pt x="2881" y="1307"/>
                  </a:lnTo>
                  <a:lnTo>
                    <a:pt x="3066" y="1307"/>
                  </a:lnTo>
                  <a:lnTo>
                    <a:pt x="3259" y="1316"/>
                  </a:lnTo>
                  <a:lnTo>
                    <a:pt x="3452" y="1334"/>
                  </a:lnTo>
                  <a:lnTo>
                    <a:pt x="3646" y="1325"/>
                  </a:lnTo>
                </a:path>
              </a:pathLst>
            </a:custGeom>
            <a:noFill/>
            <a:ln w="14288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0" name="Freeform 691">
              <a:extLst>
                <a:ext uri="{FF2B5EF4-FFF2-40B4-BE49-F238E27FC236}">
                  <a16:creationId xmlns:a16="http://schemas.microsoft.com/office/drawing/2014/main" id="{DE064A31-0228-DA4A-A294-8EBA22BC2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464"/>
              <a:ext cx="3646" cy="983"/>
            </a:xfrm>
            <a:custGeom>
              <a:avLst/>
              <a:gdLst>
                <a:gd name="T0" fmla="*/ 0 w 3646"/>
                <a:gd name="T1" fmla="*/ 0 h 983"/>
                <a:gd name="T2" fmla="*/ 193 w 3646"/>
                <a:gd name="T3" fmla="*/ 202 h 983"/>
                <a:gd name="T4" fmla="*/ 387 w 3646"/>
                <a:gd name="T5" fmla="*/ 219 h 983"/>
                <a:gd name="T6" fmla="*/ 580 w 3646"/>
                <a:gd name="T7" fmla="*/ 167 h 983"/>
                <a:gd name="T8" fmla="*/ 764 w 3646"/>
                <a:gd name="T9" fmla="*/ 333 h 983"/>
                <a:gd name="T10" fmla="*/ 958 w 3646"/>
                <a:gd name="T11" fmla="*/ 430 h 983"/>
                <a:gd name="T12" fmla="*/ 1151 w 3646"/>
                <a:gd name="T13" fmla="*/ 500 h 983"/>
                <a:gd name="T14" fmla="*/ 1344 w 3646"/>
                <a:gd name="T15" fmla="*/ 553 h 983"/>
                <a:gd name="T16" fmla="*/ 1537 w 3646"/>
                <a:gd name="T17" fmla="*/ 562 h 983"/>
                <a:gd name="T18" fmla="*/ 1731 w 3646"/>
                <a:gd name="T19" fmla="*/ 676 h 983"/>
                <a:gd name="T20" fmla="*/ 1915 w 3646"/>
                <a:gd name="T21" fmla="*/ 737 h 983"/>
                <a:gd name="T22" fmla="*/ 2108 w 3646"/>
                <a:gd name="T23" fmla="*/ 772 h 983"/>
                <a:gd name="T24" fmla="*/ 2302 w 3646"/>
                <a:gd name="T25" fmla="*/ 798 h 983"/>
                <a:gd name="T26" fmla="*/ 2495 w 3646"/>
                <a:gd name="T27" fmla="*/ 834 h 983"/>
                <a:gd name="T28" fmla="*/ 2688 w 3646"/>
                <a:gd name="T29" fmla="*/ 895 h 983"/>
                <a:gd name="T30" fmla="*/ 2881 w 3646"/>
                <a:gd name="T31" fmla="*/ 930 h 983"/>
                <a:gd name="T32" fmla="*/ 3066 w 3646"/>
                <a:gd name="T33" fmla="*/ 930 h 983"/>
                <a:gd name="T34" fmla="*/ 3259 w 3646"/>
                <a:gd name="T35" fmla="*/ 956 h 983"/>
                <a:gd name="T36" fmla="*/ 3452 w 3646"/>
                <a:gd name="T37" fmla="*/ 983 h 983"/>
                <a:gd name="T38" fmla="*/ 3646 w 3646"/>
                <a:gd name="T39" fmla="*/ 983 h 98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983"/>
                <a:gd name="T62" fmla="*/ 3646 w 3646"/>
                <a:gd name="T63" fmla="*/ 983 h 98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983">
                  <a:moveTo>
                    <a:pt x="0" y="0"/>
                  </a:moveTo>
                  <a:lnTo>
                    <a:pt x="193" y="202"/>
                  </a:lnTo>
                  <a:lnTo>
                    <a:pt x="387" y="219"/>
                  </a:lnTo>
                  <a:lnTo>
                    <a:pt x="580" y="167"/>
                  </a:lnTo>
                  <a:lnTo>
                    <a:pt x="764" y="333"/>
                  </a:lnTo>
                  <a:lnTo>
                    <a:pt x="958" y="430"/>
                  </a:lnTo>
                  <a:lnTo>
                    <a:pt x="1151" y="500"/>
                  </a:lnTo>
                  <a:lnTo>
                    <a:pt x="1344" y="553"/>
                  </a:lnTo>
                  <a:lnTo>
                    <a:pt x="1537" y="562"/>
                  </a:lnTo>
                  <a:lnTo>
                    <a:pt x="1731" y="676"/>
                  </a:lnTo>
                  <a:lnTo>
                    <a:pt x="1915" y="737"/>
                  </a:lnTo>
                  <a:lnTo>
                    <a:pt x="2108" y="772"/>
                  </a:lnTo>
                  <a:lnTo>
                    <a:pt x="2302" y="798"/>
                  </a:lnTo>
                  <a:lnTo>
                    <a:pt x="2495" y="834"/>
                  </a:lnTo>
                  <a:lnTo>
                    <a:pt x="2688" y="895"/>
                  </a:lnTo>
                  <a:lnTo>
                    <a:pt x="2881" y="930"/>
                  </a:lnTo>
                  <a:lnTo>
                    <a:pt x="3066" y="930"/>
                  </a:lnTo>
                  <a:lnTo>
                    <a:pt x="3259" y="956"/>
                  </a:lnTo>
                  <a:lnTo>
                    <a:pt x="3452" y="983"/>
                  </a:lnTo>
                  <a:lnTo>
                    <a:pt x="3646" y="983"/>
                  </a:lnTo>
                </a:path>
              </a:pathLst>
            </a:custGeom>
            <a:noFill/>
            <a:ln w="1428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1" name="Freeform 692">
              <a:extLst>
                <a:ext uri="{FF2B5EF4-FFF2-40B4-BE49-F238E27FC236}">
                  <a16:creationId xmlns:a16="http://schemas.microsoft.com/office/drawing/2014/main" id="{E60E8723-A48E-FE4A-9787-A66B5F570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560"/>
              <a:ext cx="3646" cy="1194"/>
            </a:xfrm>
            <a:custGeom>
              <a:avLst/>
              <a:gdLst>
                <a:gd name="T0" fmla="*/ 0 w 3646"/>
                <a:gd name="T1" fmla="*/ 0 h 1194"/>
                <a:gd name="T2" fmla="*/ 193 w 3646"/>
                <a:gd name="T3" fmla="*/ 106 h 1194"/>
                <a:gd name="T4" fmla="*/ 387 w 3646"/>
                <a:gd name="T5" fmla="*/ 316 h 1194"/>
                <a:gd name="T6" fmla="*/ 580 w 3646"/>
                <a:gd name="T7" fmla="*/ 246 h 1194"/>
                <a:gd name="T8" fmla="*/ 764 w 3646"/>
                <a:gd name="T9" fmla="*/ 387 h 1194"/>
                <a:gd name="T10" fmla="*/ 958 w 3646"/>
                <a:gd name="T11" fmla="*/ 1001 h 1194"/>
                <a:gd name="T12" fmla="*/ 1151 w 3646"/>
                <a:gd name="T13" fmla="*/ 1018 h 1194"/>
                <a:gd name="T14" fmla="*/ 1344 w 3646"/>
                <a:gd name="T15" fmla="*/ 1054 h 1194"/>
                <a:gd name="T16" fmla="*/ 1537 w 3646"/>
                <a:gd name="T17" fmla="*/ 1054 h 1194"/>
                <a:gd name="T18" fmla="*/ 1731 w 3646"/>
                <a:gd name="T19" fmla="*/ 1089 h 1194"/>
                <a:gd name="T20" fmla="*/ 1915 w 3646"/>
                <a:gd name="T21" fmla="*/ 1106 h 1194"/>
                <a:gd name="T22" fmla="*/ 2108 w 3646"/>
                <a:gd name="T23" fmla="*/ 1133 h 1194"/>
                <a:gd name="T24" fmla="*/ 2302 w 3646"/>
                <a:gd name="T25" fmla="*/ 1150 h 1194"/>
                <a:gd name="T26" fmla="*/ 2495 w 3646"/>
                <a:gd name="T27" fmla="*/ 1168 h 1194"/>
                <a:gd name="T28" fmla="*/ 2688 w 3646"/>
                <a:gd name="T29" fmla="*/ 1185 h 1194"/>
                <a:gd name="T30" fmla="*/ 2881 w 3646"/>
                <a:gd name="T31" fmla="*/ 1194 h 1194"/>
                <a:gd name="T32" fmla="*/ 3066 w 3646"/>
                <a:gd name="T33" fmla="*/ 1185 h 1194"/>
                <a:gd name="T34" fmla="*/ 3259 w 3646"/>
                <a:gd name="T35" fmla="*/ 1194 h 1194"/>
                <a:gd name="T36" fmla="*/ 3452 w 3646"/>
                <a:gd name="T37" fmla="*/ 1194 h 1194"/>
                <a:gd name="T38" fmla="*/ 3646 w 3646"/>
                <a:gd name="T39" fmla="*/ 1194 h 119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1194"/>
                <a:gd name="T62" fmla="*/ 3646 w 3646"/>
                <a:gd name="T63" fmla="*/ 1194 h 119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1194">
                  <a:moveTo>
                    <a:pt x="0" y="0"/>
                  </a:moveTo>
                  <a:lnTo>
                    <a:pt x="193" y="106"/>
                  </a:lnTo>
                  <a:lnTo>
                    <a:pt x="387" y="316"/>
                  </a:lnTo>
                  <a:lnTo>
                    <a:pt x="580" y="246"/>
                  </a:lnTo>
                  <a:lnTo>
                    <a:pt x="764" y="387"/>
                  </a:lnTo>
                  <a:lnTo>
                    <a:pt x="958" y="1001"/>
                  </a:lnTo>
                  <a:lnTo>
                    <a:pt x="1151" y="1018"/>
                  </a:lnTo>
                  <a:lnTo>
                    <a:pt x="1344" y="1054"/>
                  </a:lnTo>
                  <a:lnTo>
                    <a:pt x="1537" y="1054"/>
                  </a:lnTo>
                  <a:lnTo>
                    <a:pt x="1731" y="1089"/>
                  </a:lnTo>
                  <a:lnTo>
                    <a:pt x="1915" y="1106"/>
                  </a:lnTo>
                  <a:lnTo>
                    <a:pt x="2108" y="1133"/>
                  </a:lnTo>
                  <a:lnTo>
                    <a:pt x="2302" y="1150"/>
                  </a:lnTo>
                  <a:lnTo>
                    <a:pt x="2495" y="1168"/>
                  </a:lnTo>
                  <a:lnTo>
                    <a:pt x="2688" y="1185"/>
                  </a:lnTo>
                  <a:lnTo>
                    <a:pt x="2881" y="1194"/>
                  </a:lnTo>
                  <a:lnTo>
                    <a:pt x="3066" y="1185"/>
                  </a:lnTo>
                  <a:lnTo>
                    <a:pt x="3259" y="1194"/>
                  </a:lnTo>
                  <a:lnTo>
                    <a:pt x="3452" y="1194"/>
                  </a:lnTo>
                  <a:lnTo>
                    <a:pt x="3646" y="1194"/>
                  </a:lnTo>
                </a:path>
              </a:pathLst>
            </a:custGeom>
            <a:noFill/>
            <a:ln w="14288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2" name="Freeform 693">
              <a:extLst>
                <a:ext uri="{FF2B5EF4-FFF2-40B4-BE49-F238E27FC236}">
                  <a16:creationId xmlns:a16="http://schemas.microsoft.com/office/drawing/2014/main" id="{01C91E98-BD45-D349-B638-7562490A7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464"/>
              <a:ext cx="3646" cy="1448"/>
            </a:xfrm>
            <a:custGeom>
              <a:avLst/>
              <a:gdLst>
                <a:gd name="T0" fmla="*/ 0 w 3646"/>
                <a:gd name="T1" fmla="*/ 0 h 1448"/>
                <a:gd name="T2" fmla="*/ 193 w 3646"/>
                <a:gd name="T3" fmla="*/ 237 h 1448"/>
                <a:gd name="T4" fmla="*/ 387 w 3646"/>
                <a:gd name="T5" fmla="*/ 1281 h 1448"/>
                <a:gd name="T6" fmla="*/ 580 w 3646"/>
                <a:gd name="T7" fmla="*/ 1290 h 1448"/>
                <a:gd name="T8" fmla="*/ 764 w 3646"/>
                <a:gd name="T9" fmla="*/ 1307 h 1448"/>
                <a:gd name="T10" fmla="*/ 958 w 3646"/>
                <a:gd name="T11" fmla="*/ 1316 h 1448"/>
                <a:gd name="T12" fmla="*/ 1151 w 3646"/>
                <a:gd name="T13" fmla="*/ 1325 h 1448"/>
                <a:gd name="T14" fmla="*/ 1344 w 3646"/>
                <a:gd name="T15" fmla="*/ 1334 h 1448"/>
                <a:gd name="T16" fmla="*/ 1537 w 3646"/>
                <a:gd name="T17" fmla="*/ 1343 h 1448"/>
                <a:gd name="T18" fmla="*/ 1731 w 3646"/>
                <a:gd name="T19" fmla="*/ 1360 h 1448"/>
                <a:gd name="T20" fmla="*/ 1915 w 3646"/>
                <a:gd name="T21" fmla="*/ 1369 h 1448"/>
                <a:gd name="T22" fmla="*/ 2108 w 3646"/>
                <a:gd name="T23" fmla="*/ 1386 h 1448"/>
                <a:gd name="T24" fmla="*/ 2302 w 3646"/>
                <a:gd name="T25" fmla="*/ 1395 h 1448"/>
                <a:gd name="T26" fmla="*/ 2495 w 3646"/>
                <a:gd name="T27" fmla="*/ 1404 h 1448"/>
                <a:gd name="T28" fmla="*/ 2688 w 3646"/>
                <a:gd name="T29" fmla="*/ 1413 h 1448"/>
                <a:gd name="T30" fmla="*/ 2881 w 3646"/>
                <a:gd name="T31" fmla="*/ 1422 h 1448"/>
                <a:gd name="T32" fmla="*/ 3066 w 3646"/>
                <a:gd name="T33" fmla="*/ 1430 h 1448"/>
                <a:gd name="T34" fmla="*/ 3259 w 3646"/>
                <a:gd name="T35" fmla="*/ 1430 h 1448"/>
                <a:gd name="T36" fmla="*/ 3452 w 3646"/>
                <a:gd name="T37" fmla="*/ 1439 h 1448"/>
                <a:gd name="T38" fmla="*/ 3646 w 3646"/>
                <a:gd name="T39" fmla="*/ 1448 h 144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1448"/>
                <a:gd name="T62" fmla="*/ 3646 w 3646"/>
                <a:gd name="T63" fmla="*/ 1448 h 144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1448">
                  <a:moveTo>
                    <a:pt x="0" y="0"/>
                  </a:moveTo>
                  <a:lnTo>
                    <a:pt x="193" y="237"/>
                  </a:lnTo>
                  <a:lnTo>
                    <a:pt x="387" y="1281"/>
                  </a:lnTo>
                  <a:lnTo>
                    <a:pt x="580" y="1290"/>
                  </a:lnTo>
                  <a:lnTo>
                    <a:pt x="764" y="1307"/>
                  </a:lnTo>
                  <a:lnTo>
                    <a:pt x="958" y="1316"/>
                  </a:lnTo>
                  <a:lnTo>
                    <a:pt x="1151" y="1325"/>
                  </a:lnTo>
                  <a:lnTo>
                    <a:pt x="1344" y="1334"/>
                  </a:lnTo>
                  <a:lnTo>
                    <a:pt x="1537" y="1343"/>
                  </a:lnTo>
                  <a:lnTo>
                    <a:pt x="1731" y="1360"/>
                  </a:lnTo>
                  <a:lnTo>
                    <a:pt x="1915" y="1369"/>
                  </a:lnTo>
                  <a:lnTo>
                    <a:pt x="2108" y="1386"/>
                  </a:lnTo>
                  <a:lnTo>
                    <a:pt x="2302" y="1395"/>
                  </a:lnTo>
                  <a:lnTo>
                    <a:pt x="2495" y="1404"/>
                  </a:lnTo>
                  <a:lnTo>
                    <a:pt x="2688" y="1413"/>
                  </a:lnTo>
                  <a:lnTo>
                    <a:pt x="2881" y="1422"/>
                  </a:lnTo>
                  <a:lnTo>
                    <a:pt x="3066" y="1430"/>
                  </a:lnTo>
                  <a:lnTo>
                    <a:pt x="3259" y="1430"/>
                  </a:lnTo>
                  <a:lnTo>
                    <a:pt x="3452" y="1439"/>
                  </a:lnTo>
                  <a:lnTo>
                    <a:pt x="3646" y="1448"/>
                  </a:lnTo>
                </a:path>
              </a:pathLst>
            </a:cu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3" name="Freeform 694">
              <a:extLst>
                <a:ext uri="{FF2B5EF4-FFF2-40B4-BE49-F238E27FC236}">
                  <a16:creationId xmlns:a16="http://schemas.microsoft.com/office/drawing/2014/main" id="{7BA36DB6-1581-4B4D-9FB9-B4C37193C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464"/>
              <a:ext cx="3646" cy="1114"/>
            </a:xfrm>
            <a:custGeom>
              <a:avLst/>
              <a:gdLst>
                <a:gd name="T0" fmla="*/ 0 w 3646"/>
                <a:gd name="T1" fmla="*/ 0 h 1114"/>
                <a:gd name="T2" fmla="*/ 193 w 3646"/>
                <a:gd name="T3" fmla="*/ 123 h 1114"/>
                <a:gd name="T4" fmla="*/ 387 w 3646"/>
                <a:gd name="T5" fmla="*/ 219 h 1114"/>
                <a:gd name="T6" fmla="*/ 580 w 3646"/>
                <a:gd name="T7" fmla="*/ 263 h 1114"/>
                <a:gd name="T8" fmla="*/ 764 w 3646"/>
                <a:gd name="T9" fmla="*/ 509 h 1114"/>
                <a:gd name="T10" fmla="*/ 958 w 3646"/>
                <a:gd name="T11" fmla="*/ 623 h 1114"/>
                <a:gd name="T12" fmla="*/ 1151 w 3646"/>
                <a:gd name="T13" fmla="*/ 649 h 1114"/>
                <a:gd name="T14" fmla="*/ 1344 w 3646"/>
                <a:gd name="T15" fmla="*/ 737 h 1114"/>
                <a:gd name="T16" fmla="*/ 1537 w 3646"/>
                <a:gd name="T17" fmla="*/ 816 h 1114"/>
                <a:gd name="T18" fmla="*/ 1731 w 3646"/>
                <a:gd name="T19" fmla="*/ 939 h 1114"/>
                <a:gd name="T20" fmla="*/ 1915 w 3646"/>
                <a:gd name="T21" fmla="*/ 983 h 1114"/>
                <a:gd name="T22" fmla="*/ 2108 w 3646"/>
                <a:gd name="T23" fmla="*/ 1035 h 1114"/>
                <a:gd name="T24" fmla="*/ 2302 w 3646"/>
                <a:gd name="T25" fmla="*/ 1035 h 1114"/>
                <a:gd name="T26" fmla="*/ 2495 w 3646"/>
                <a:gd name="T27" fmla="*/ 1097 h 1114"/>
                <a:gd name="T28" fmla="*/ 2688 w 3646"/>
                <a:gd name="T29" fmla="*/ 1114 h 1114"/>
                <a:gd name="T30" fmla="*/ 2881 w 3646"/>
                <a:gd name="T31" fmla="*/ 1097 h 1114"/>
                <a:gd name="T32" fmla="*/ 3066 w 3646"/>
                <a:gd name="T33" fmla="*/ 1106 h 1114"/>
                <a:gd name="T34" fmla="*/ 3259 w 3646"/>
                <a:gd name="T35" fmla="*/ 1106 h 1114"/>
                <a:gd name="T36" fmla="*/ 3452 w 3646"/>
                <a:gd name="T37" fmla="*/ 1114 h 1114"/>
                <a:gd name="T38" fmla="*/ 3646 w 3646"/>
                <a:gd name="T39" fmla="*/ 1114 h 111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1114"/>
                <a:gd name="T62" fmla="*/ 3646 w 3646"/>
                <a:gd name="T63" fmla="*/ 1114 h 111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1114">
                  <a:moveTo>
                    <a:pt x="0" y="0"/>
                  </a:moveTo>
                  <a:lnTo>
                    <a:pt x="193" y="123"/>
                  </a:lnTo>
                  <a:lnTo>
                    <a:pt x="387" y="219"/>
                  </a:lnTo>
                  <a:lnTo>
                    <a:pt x="580" y="263"/>
                  </a:lnTo>
                  <a:lnTo>
                    <a:pt x="764" y="509"/>
                  </a:lnTo>
                  <a:lnTo>
                    <a:pt x="958" y="623"/>
                  </a:lnTo>
                  <a:lnTo>
                    <a:pt x="1151" y="649"/>
                  </a:lnTo>
                  <a:lnTo>
                    <a:pt x="1344" y="737"/>
                  </a:lnTo>
                  <a:lnTo>
                    <a:pt x="1537" y="816"/>
                  </a:lnTo>
                  <a:lnTo>
                    <a:pt x="1731" y="939"/>
                  </a:lnTo>
                  <a:lnTo>
                    <a:pt x="1915" y="983"/>
                  </a:lnTo>
                  <a:lnTo>
                    <a:pt x="2108" y="1035"/>
                  </a:lnTo>
                  <a:lnTo>
                    <a:pt x="2302" y="1035"/>
                  </a:lnTo>
                  <a:lnTo>
                    <a:pt x="2495" y="1097"/>
                  </a:lnTo>
                  <a:lnTo>
                    <a:pt x="2688" y="1114"/>
                  </a:lnTo>
                  <a:lnTo>
                    <a:pt x="2881" y="1097"/>
                  </a:lnTo>
                  <a:lnTo>
                    <a:pt x="3066" y="1106"/>
                  </a:lnTo>
                  <a:lnTo>
                    <a:pt x="3259" y="1106"/>
                  </a:lnTo>
                  <a:lnTo>
                    <a:pt x="3452" y="1114"/>
                  </a:lnTo>
                  <a:lnTo>
                    <a:pt x="3646" y="1114"/>
                  </a:lnTo>
                </a:path>
              </a:pathLst>
            </a:cu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4" name="Freeform 695">
              <a:extLst>
                <a:ext uri="{FF2B5EF4-FFF2-40B4-BE49-F238E27FC236}">
                  <a16:creationId xmlns:a16="http://schemas.microsoft.com/office/drawing/2014/main" id="{C212C8F5-AD56-5448-B895-3DF011C2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1464"/>
              <a:ext cx="3646" cy="1492"/>
            </a:xfrm>
            <a:custGeom>
              <a:avLst/>
              <a:gdLst>
                <a:gd name="T0" fmla="*/ 0 w 3646"/>
                <a:gd name="T1" fmla="*/ 0 h 1492"/>
                <a:gd name="T2" fmla="*/ 193 w 3646"/>
                <a:gd name="T3" fmla="*/ 167 h 1492"/>
                <a:gd name="T4" fmla="*/ 387 w 3646"/>
                <a:gd name="T5" fmla="*/ 1299 h 1492"/>
                <a:gd name="T6" fmla="*/ 580 w 3646"/>
                <a:gd name="T7" fmla="*/ 1307 h 1492"/>
                <a:gd name="T8" fmla="*/ 764 w 3646"/>
                <a:gd name="T9" fmla="*/ 1316 h 1492"/>
                <a:gd name="T10" fmla="*/ 958 w 3646"/>
                <a:gd name="T11" fmla="*/ 1334 h 1492"/>
                <a:gd name="T12" fmla="*/ 1151 w 3646"/>
                <a:gd name="T13" fmla="*/ 1351 h 1492"/>
                <a:gd name="T14" fmla="*/ 1344 w 3646"/>
                <a:gd name="T15" fmla="*/ 1369 h 1492"/>
                <a:gd name="T16" fmla="*/ 1537 w 3646"/>
                <a:gd name="T17" fmla="*/ 1386 h 1492"/>
                <a:gd name="T18" fmla="*/ 1731 w 3646"/>
                <a:gd name="T19" fmla="*/ 1413 h 1492"/>
                <a:gd name="T20" fmla="*/ 1915 w 3646"/>
                <a:gd name="T21" fmla="*/ 1422 h 1492"/>
                <a:gd name="T22" fmla="*/ 2108 w 3646"/>
                <a:gd name="T23" fmla="*/ 1439 h 1492"/>
                <a:gd name="T24" fmla="*/ 2302 w 3646"/>
                <a:gd name="T25" fmla="*/ 1448 h 1492"/>
                <a:gd name="T26" fmla="*/ 2495 w 3646"/>
                <a:gd name="T27" fmla="*/ 1465 h 1492"/>
                <a:gd name="T28" fmla="*/ 2688 w 3646"/>
                <a:gd name="T29" fmla="*/ 1474 h 1492"/>
                <a:gd name="T30" fmla="*/ 2881 w 3646"/>
                <a:gd name="T31" fmla="*/ 1474 h 1492"/>
                <a:gd name="T32" fmla="*/ 3066 w 3646"/>
                <a:gd name="T33" fmla="*/ 1474 h 1492"/>
                <a:gd name="T34" fmla="*/ 3259 w 3646"/>
                <a:gd name="T35" fmla="*/ 1483 h 1492"/>
                <a:gd name="T36" fmla="*/ 3452 w 3646"/>
                <a:gd name="T37" fmla="*/ 1483 h 1492"/>
                <a:gd name="T38" fmla="*/ 3646 w 3646"/>
                <a:gd name="T39" fmla="*/ 1492 h 149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646"/>
                <a:gd name="T61" fmla="*/ 0 h 1492"/>
                <a:gd name="T62" fmla="*/ 3646 w 3646"/>
                <a:gd name="T63" fmla="*/ 1492 h 149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646" h="1492">
                  <a:moveTo>
                    <a:pt x="0" y="0"/>
                  </a:moveTo>
                  <a:lnTo>
                    <a:pt x="193" y="167"/>
                  </a:lnTo>
                  <a:lnTo>
                    <a:pt x="387" y="1299"/>
                  </a:lnTo>
                  <a:lnTo>
                    <a:pt x="580" y="1307"/>
                  </a:lnTo>
                  <a:lnTo>
                    <a:pt x="764" y="1316"/>
                  </a:lnTo>
                  <a:lnTo>
                    <a:pt x="958" y="1334"/>
                  </a:lnTo>
                  <a:lnTo>
                    <a:pt x="1151" y="1351"/>
                  </a:lnTo>
                  <a:lnTo>
                    <a:pt x="1344" y="1369"/>
                  </a:lnTo>
                  <a:lnTo>
                    <a:pt x="1537" y="1386"/>
                  </a:lnTo>
                  <a:lnTo>
                    <a:pt x="1731" y="1413"/>
                  </a:lnTo>
                  <a:lnTo>
                    <a:pt x="1915" y="1422"/>
                  </a:lnTo>
                  <a:lnTo>
                    <a:pt x="2108" y="1439"/>
                  </a:lnTo>
                  <a:lnTo>
                    <a:pt x="2302" y="1448"/>
                  </a:lnTo>
                  <a:lnTo>
                    <a:pt x="2495" y="1465"/>
                  </a:lnTo>
                  <a:lnTo>
                    <a:pt x="2688" y="1474"/>
                  </a:lnTo>
                  <a:lnTo>
                    <a:pt x="2881" y="1474"/>
                  </a:lnTo>
                  <a:lnTo>
                    <a:pt x="3066" y="1474"/>
                  </a:lnTo>
                  <a:lnTo>
                    <a:pt x="3259" y="1483"/>
                  </a:lnTo>
                  <a:lnTo>
                    <a:pt x="3452" y="1483"/>
                  </a:lnTo>
                  <a:lnTo>
                    <a:pt x="3646" y="1492"/>
                  </a:lnTo>
                </a:path>
              </a:pathLst>
            </a:custGeom>
            <a:noFill/>
            <a:ln w="14288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5" name="Freeform 696">
              <a:extLst>
                <a:ext uri="{FF2B5EF4-FFF2-40B4-BE49-F238E27FC236}">
                  <a16:creationId xmlns:a16="http://schemas.microsoft.com/office/drawing/2014/main" id="{7AEA8146-F7FB-FE4B-8E64-9680FE958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1437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7"/>
                  </a:lnTo>
                  <a:lnTo>
                    <a:pt x="26" y="53"/>
                  </a:lnTo>
                  <a:lnTo>
                    <a:pt x="0" y="2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6" name="Freeform 697">
              <a:extLst>
                <a:ext uri="{FF2B5EF4-FFF2-40B4-BE49-F238E27FC236}">
                  <a16:creationId xmlns:a16="http://schemas.microsoft.com/office/drawing/2014/main" id="{DBBE5982-8073-FE40-8B1D-EBB534BC7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560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7"/>
                  </a:lnTo>
                  <a:lnTo>
                    <a:pt x="26" y="53"/>
                  </a:lnTo>
                  <a:lnTo>
                    <a:pt x="0" y="2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Freeform 698">
              <a:extLst>
                <a:ext uri="{FF2B5EF4-FFF2-40B4-BE49-F238E27FC236}">
                  <a16:creationId xmlns:a16="http://schemas.microsoft.com/office/drawing/2014/main" id="{A9559E1B-D9C5-F549-A751-07693A662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1657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26 h 53"/>
                <a:gd name="T4" fmla="*/ 27 w 53"/>
                <a:gd name="T5" fmla="*/ 53 h 53"/>
                <a:gd name="T6" fmla="*/ 0 w 53"/>
                <a:gd name="T7" fmla="*/ 26 h 53"/>
                <a:gd name="T8" fmla="*/ 27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7" y="0"/>
                  </a:moveTo>
                  <a:lnTo>
                    <a:pt x="53" y="26"/>
                  </a:lnTo>
                  <a:lnTo>
                    <a:pt x="27" y="53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8" name="Freeform 699">
              <a:extLst>
                <a:ext uri="{FF2B5EF4-FFF2-40B4-BE49-F238E27FC236}">
                  <a16:creationId xmlns:a16="http://schemas.microsoft.com/office/drawing/2014/main" id="{7B321721-76BA-2A4A-A440-C5F4E8EB4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1701"/>
              <a:ext cx="52" cy="52"/>
            </a:xfrm>
            <a:custGeom>
              <a:avLst/>
              <a:gdLst>
                <a:gd name="T0" fmla="*/ 26 w 52"/>
                <a:gd name="T1" fmla="*/ 0 h 52"/>
                <a:gd name="T2" fmla="*/ 52 w 52"/>
                <a:gd name="T3" fmla="*/ 26 h 52"/>
                <a:gd name="T4" fmla="*/ 26 w 52"/>
                <a:gd name="T5" fmla="*/ 52 h 52"/>
                <a:gd name="T6" fmla="*/ 0 w 52"/>
                <a:gd name="T7" fmla="*/ 26 h 52"/>
                <a:gd name="T8" fmla="*/ 26 w 5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2"/>
                <a:gd name="T17" fmla="*/ 52 w 52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2">
                  <a:moveTo>
                    <a:pt x="26" y="0"/>
                  </a:moveTo>
                  <a:lnTo>
                    <a:pt x="52" y="26"/>
                  </a:lnTo>
                  <a:lnTo>
                    <a:pt x="26" y="52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9" name="Freeform 700">
              <a:extLst>
                <a:ext uri="{FF2B5EF4-FFF2-40B4-BE49-F238E27FC236}">
                  <a16:creationId xmlns:a16="http://schemas.microsoft.com/office/drawing/2014/main" id="{BD593ACE-2100-034B-AC4C-1857455BF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008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0" name="Freeform 701">
              <a:extLst>
                <a:ext uri="{FF2B5EF4-FFF2-40B4-BE49-F238E27FC236}">
                  <a16:creationId xmlns:a16="http://schemas.microsoft.com/office/drawing/2014/main" id="{4384F317-EC93-5E45-BEDF-E257B3016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561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26 h 53"/>
                <a:gd name="T4" fmla="*/ 27 w 53"/>
                <a:gd name="T5" fmla="*/ 53 h 53"/>
                <a:gd name="T6" fmla="*/ 0 w 53"/>
                <a:gd name="T7" fmla="*/ 26 h 53"/>
                <a:gd name="T8" fmla="*/ 27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7" y="0"/>
                  </a:moveTo>
                  <a:lnTo>
                    <a:pt x="53" y="26"/>
                  </a:lnTo>
                  <a:lnTo>
                    <a:pt x="27" y="53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1" name="Freeform 702">
              <a:extLst>
                <a:ext uri="{FF2B5EF4-FFF2-40B4-BE49-F238E27FC236}">
                  <a16:creationId xmlns:a16="http://schemas.microsoft.com/office/drawing/2014/main" id="{224D47C7-D0FB-DF43-A7E9-40248F4EC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578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27 h 53"/>
                <a:gd name="T4" fmla="*/ 26 w 52"/>
                <a:gd name="T5" fmla="*/ 53 h 53"/>
                <a:gd name="T6" fmla="*/ 0 w 52"/>
                <a:gd name="T7" fmla="*/ 27 h 53"/>
                <a:gd name="T8" fmla="*/ 26 w 52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3"/>
                <a:gd name="T17" fmla="*/ 52 w 52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3">
                  <a:moveTo>
                    <a:pt x="26" y="0"/>
                  </a:moveTo>
                  <a:lnTo>
                    <a:pt x="52" y="27"/>
                  </a:lnTo>
                  <a:lnTo>
                    <a:pt x="26" y="53"/>
                  </a:lnTo>
                  <a:lnTo>
                    <a:pt x="0" y="2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2" name="Freeform 703">
              <a:extLst>
                <a:ext uri="{FF2B5EF4-FFF2-40B4-BE49-F238E27FC236}">
                  <a16:creationId xmlns:a16="http://schemas.microsoft.com/office/drawing/2014/main" id="{2093B760-DEF7-7748-B608-F30F4D9FF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2596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26 h 53"/>
                <a:gd name="T4" fmla="*/ 26 w 52"/>
                <a:gd name="T5" fmla="*/ 53 h 53"/>
                <a:gd name="T6" fmla="*/ 0 w 52"/>
                <a:gd name="T7" fmla="*/ 26 h 53"/>
                <a:gd name="T8" fmla="*/ 26 w 52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3"/>
                <a:gd name="T17" fmla="*/ 52 w 52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3">
                  <a:moveTo>
                    <a:pt x="26" y="0"/>
                  </a:moveTo>
                  <a:lnTo>
                    <a:pt x="52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3" name="Freeform 704">
              <a:extLst>
                <a:ext uri="{FF2B5EF4-FFF2-40B4-BE49-F238E27FC236}">
                  <a16:creationId xmlns:a16="http://schemas.microsoft.com/office/drawing/2014/main" id="{35B4FBBB-3C37-D147-8455-831E1CBEF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2614"/>
              <a:ext cx="53" cy="52"/>
            </a:xfrm>
            <a:custGeom>
              <a:avLst/>
              <a:gdLst>
                <a:gd name="T0" fmla="*/ 26 w 53"/>
                <a:gd name="T1" fmla="*/ 0 h 52"/>
                <a:gd name="T2" fmla="*/ 53 w 53"/>
                <a:gd name="T3" fmla="*/ 26 h 52"/>
                <a:gd name="T4" fmla="*/ 26 w 53"/>
                <a:gd name="T5" fmla="*/ 52 h 52"/>
                <a:gd name="T6" fmla="*/ 0 w 53"/>
                <a:gd name="T7" fmla="*/ 26 h 52"/>
                <a:gd name="T8" fmla="*/ 26 w 53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2"/>
                <a:gd name="T17" fmla="*/ 53 w 53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2">
                  <a:moveTo>
                    <a:pt x="26" y="0"/>
                  </a:moveTo>
                  <a:lnTo>
                    <a:pt x="53" y="26"/>
                  </a:lnTo>
                  <a:lnTo>
                    <a:pt x="26" y="52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" name="Freeform 705">
              <a:extLst>
                <a:ext uri="{FF2B5EF4-FFF2-40B4-BE49-F238E27FC236}">
                  <a16:creationId xmlns:a16="http://schemas.microsoft.com/office/drawing/2014/main" id="{C5A02412-42D5-5148-A92B-37B7610AD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640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26 h 53"/>
                <a:gd name="T4" fmla="*/ 27 w 53"/>
                <a:gd name="T5" fmla="*/ 53 h 53"/>
                <a:gd name="T6" fmla="*/ 0 w 53"/>
                <a:gd name="T7" fmla="*/ 26 h 53"/>
                <a:gd name="T8" fmla="*/ 27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7" y="0"/>
                  </a:moveTo>
                  <a:lnTo>
                    <a:pt x="53" y="26"/>
                  </a:lnTo>
                  <a:lnTo>
                    <a:pt x="27" y="53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" name="Freeform 706">
              <a:extLst>
                <a:ext uri="{FF2B5EF4-FFF2-40B4-BE49-F238E27FC236}">
                  <a16:creationId xmlns:a16="http://schemas.microsoft.com/office/drawing/2014/main" id="{C0440F2A-F388-514D-924A-3416CFB64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2666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27 h 53"/>
                <a:gd name="T4" fmla="*/ 26 w 52"/>
                <a:gd name="T5" fmla="*/ 53 h 53"/>
                <a:gd name="T6" fmla="*/ 0 w 52"/>
                <a:gd name="T7" fmla="*/ 27 h 53"/>
                <a:gd name="T8" fmla="*/ 26 w 52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3"/>
                <a:gd name="T17" fmla="*/ 52 w 52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3">
                  <a:moveTo>
                    <a:pt x="26" y="0"/>
                  </a:moveTo>
                  <a:lnTo>
                    <a:pt x="52" y="27"/>
                  </a:lnTo>
                  <a:lnTo>
                    <a:pt x="26" y="53"/>
                  </a:lnTo>
                  <a:lnTo>
                    <a:pt x="0" y="2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6" name="Freeform 707">
              <a:extLst>
                <a:ext uri="{FF2B5EF4-FFF2-40B4-BE49-F238E27FC236}">
                  <a16:creationId xmlns:a16="http://schemas.microsoft.com/office/drawing/2014/main" id="{F85A2717-9B9B-DA4B-9F33-5FE12D874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675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7" name="Freeform 708">
              <a:extLst>
                <a:ext uri="{FF2B5EF4-FFF2-40B4-BE49-F238E27FC236}">
                  <a16:creationId xmlns:a16="http://schemas.microsoft.com/office/drawing/2014/main" id="{A01AC582-C025-0844-B76F-4C4B3BBB4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693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26 h 52"/>
                <a:gd name="T4" fmla="*/ 27 w 53"/>
                <a:gd name="T5" fmla="*/ 52 h 52"/>
                <a:gd name="T6" fmla="*/ 0 w 53"/>
                <a:gd name="T7" fmla="*/ 26 h 52"/>
                <a:gd name="T8" fmla="*/ 27 w 53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2"/>
                <a:gd name="T17" fmla="*/ 53 w 53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2">
                  <a:moveTo>
                    <a:pt x="27" y="0"/>
                  </a:moveTo>
                  <a:lnTo>
                    <a:pt x="53" y="26"/>
                  </a:lnTo>
                  <a:lnTo>
                    <a:pt x="27" y="52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8" name="Freeform 709">
              <a:extLst>
                <a:ext uri="{FF2B5EF4-FFF2-40B4-BE49-F238E27FC236}">
                  <a16:creationId xmlns:a16="http://schemas.microsoft.com/office/drawing/2014/main" id="{50B175B3-2894-2043-904B-FC95CA64C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710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26 h 53"/>
                <a:gd name="T4" fmla="*/ 27 w 53"/>
                <a:gd name="T5" fmla="*/ 53 h 53"/>
                <a:gd name="T6" fmla="*/ 0 w 53"/>
                <a:gd name="T7" fmla="*/ 26 h 53"/>
                <a:gd name="T8" fmla="*/ 27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7" y="0"/>
                  </a:moveTo>
                  <a:lnTo>
                    <a:pt x="53" y="26"/>
                  </a:lnTo>
                  <a:lnTo>
                    <a:pt x="27" y="53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9" name="Freeform 710">
              <a:extLst>
                <a:ext uri="{FF2B5EF4-FFF2-40B4-BE49-F238E27FC236}">
                  <a16:creationId xmlns:a16="http://schemas.microsoft.com/office/drawing/2014/main" id="{3D528D61-9291-7740-944D-940C060C5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745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26 h 53"/>
                <a:gd name="T4" fmla="*/ 26 w 52"/>
                <a:gd name="T5" fmla="*/ 53 h 53"/>
                <a:gd name="T6" fmla="*/ 0 w 52"/>
                <a:gd name="T7" fmla="*/ 26 h 53"/>
                <a:gd name="T8" fmla="*/ 26 w 52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3"/>
                <a:gd name="T17" fmla="*/ 52 w 52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3">
                  <a:moveTo>
                    <a:pt x="26" y="0"/>
                  </a:moveTo>
                  <a:lnTo>
                    <a:pt x="52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0" name="Freeform 711">
              <a:extLst>
                <a:ext uri="{FF2B5EF4-FFF2-40B4-BE49-F238E27FC236}">
                  <a16:creationId xmlns:a16="http://schemas.microsoft.com/office/drawing/2014/main" id="{7C329A84-68B0-E14A-8F4D-CA4DFEA4B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745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1" name="Freeform 712">
              <a:extLst>
                <a:ext uri="{FF2B5EF4-FFF2-40B4-BE49-F238E27FC236}">
                  <a16:creationId xmlns:a16="http://schemas.microsoft.com/office/drawing/2014/main" id="{78696E42-5817-8B4B-99E9-068B26A7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745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26 h 53"/>
                <a:gd name="T4" fmla="*/ 27 w 53"/>
                <a:gd name="T5" fmla="*/ 53 h 53"/>
                <a:gd name="T6" fmla="*/ 0 w 53"/>
                <a:gd name="T7" fmla="*/ 26 h 53"/>
                <a:gd name="T8" fmla="*/ 27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7" y="0"/>
                  </a:moveTo>
                  <a:lnTo>
                    <a:pt x="53" y="26"/>
                  </a:lnTo>
                  <a:lnTo>
                    <a:pt x="27" y="53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2" name="Freeform 713">
              <a:extLst>
                <a:ext uri="{FF2B5EF4-FFF2-40B4-BE49-F238E27FC236}">
                  <a16:creationId xmlns:a16="http://schemas.microsoft.com/office/drawing/2014/main" id="{D97B0D9E-B66A-F546-8A8A-5045B8A2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54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26 h 53"/>
                <a:gd name="T4" fmla="*/ 26 w 52"/>
                <a:gd name="T5" fmla="*/ 53 h 53"/>
                <a:gd name="T6" fmla="*/ 0 w 52"/>
                <a:gd name="T7" fmla="*/ 26 h 53"/>
                <a:gd name="T8" fmla="*/ 26 w 52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53"/>
                <a:gd name="T17" fmla="*/ 52 w 52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53">
                  <a:moveTo>
                    <a:pt x="26" y="0"/>
                  </a:moveTo>
                  <a:lnTo>
                    <a:pt x="52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3" name="Freeform 714">
              <a:extLst>
                <a:ext uri="{FF2B5EF4-FFF2-40B4-BE49-F238E27FC236}">
                  <a16:creationId xmlns:a16="http://schemas.microsoft.com/office/drawing/2014/main" id="{6E5125CB-9E7A-6E4D-9AC8-6498789DE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771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7"/>
                  </a:lnTo>
                  <a:lnTo>
                    <a:pt x="26" y="53"/>
                  </a:lnTo>
                  <a:lnTo>
                    <a:pt x="0" y="2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4" name="Freeform 715">
              <a:extLst>
                <a:ext uri="{FF2B5EF4-FFF2-40B4-BE49-F238E27FC236}">
                  <a16:creationId xmlns:a16="http://schemas.microsoft.com/office/drawing/2014/main" id="{01C594FC-C703-2940-8BCB-C3F871E4C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" y="2763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26 h 52"/>
                <a:gd name="T4" fmla="*/ 27 w 53"/>
                <a:gd name="T5" fmla="*/ 52 h 52"/>
                <a:gd name="T6" fmla="*/ 0 w 53"/>
                <a:gd name="T7" fmla="*/ 26 h 52"/>
                <a:gd name="T8" fmla="*/ 27 w 53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2"/>
                <a:gd name="T17" fmla="*/ 53 w 53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2">
                  <a:moveTo>
                    <a:pt x="27" y="0"/>
                  </a:moveTo>
                  <a:lnTo>
                    <a:pt x="53" y="26"/>
                  </a:lnTo>
                  <a:lnTo>
                    <a:pt x="27" y="52"/>
                  </a:lnTo>
                  <a:lnTo>
                    <a:pt x="0" y="2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95" name="Rectangle 716">
              <a:extLst>
                <a:ext uri="{FF2B5EF4-FFF2-40B4-BE49-F238E27FC236}">
                  <a16:creationId xmlns:a16="http://schemas.microsoft.com/office/drawing/2014/main" id="{00CE80AE-9269-AB4B-9A5B-C107EFD2B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1437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096" name="Rectangle 717">
              <a:extLst>
                <a:ext uri="{FF2B5EF4-FFF2-40B4-BE49-F238E27FC236}">
                  <a16:creationId xmlns:a16="http://schemas.microsoft.com/office/drawing/2014/main" id="{D85A5F35-E45B-E244-A2D4-C97F7D3C3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639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097" name="Rectangle 718">
              <a:extLst>
                <a:ext uri="{FF2B5EF4-FFF2-40B4-BE49-F238E27FC236}">
                  <a16:creationId xmlns:a16="http://schemas.microsoft.com/office/drawing/2014/main" id="{5B12A47C-AA86-3C43-BAA5-18873FE2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1657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098" name="Rectangle 719">
              <a:extLst>
                <a:ext uri="{FF2B5EF4-FFF2-40B4-BE49-F238E27FC236}">
                  <a16:creationId xmlns:a16="http://schemas.microsoft.com/office/drawing/2014/main" id="{BEAEECDD-7D95-C148-BDDA-AACC7E06C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604"/>
              <a:ext cx="52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099" name="Rectangle 720">
              <a:extLst>
                <a:ext uri="{FF2B5EF4-FFF2-40B4-BE49-F238E27FC236}">
                  <a16:creationId xmlns:a16="http://schemas.microsoft.com/office/drawing/2014/main" id="{BFCE02CE-805F-9442-9882-533D05F1F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1771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0" name="Rectangle 721">
              <a:extLst>
                <a:ext uri="{FF2B5EF4-FFF2-40B4-BE49-F238E27FC236}">
                  <a16:creationId xmlns:a16="http://schemas.microsoft.com/office/drawing/2014/main" id="{E92FF259-8593-3143-BE48-BAD3CF22E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868"/>
              <a:ext cx="53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1" name="Rectangle 722">
              <a:extLst>
                <a:ext uri="{FF2B5EF4-FFF2-40B4-BE49-F238E27FC236}">
                  <a16:creationId xmlns:a16="http://schemas.microsoft.com/office/drawing/2014/main" id="{6808429C-5748-0347-AC0C-8CD91A620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" y="1938"/>
              <a:ext cx="52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2" name="Rectangle 723">
              <a:extLst>
                <a:ext uri="{FF2B5EF4-FFF2-40B4-BE49-F238E27FC236}">
                  <a16:creationId xmlns:a16="http://schemas.microsoft.com/office/drawing/2014/main" id="{10517127-8243-E847-9B83-CBD84A6B2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1990"/>
              <a:ext cx="52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3" name="Rectangle 724">
              <a:extLst>
                <a:ext uri="{FF2B5EF4-FFF2-40B4-BE49-F238E27FC236}">
                  <a16:creationId xmlns:a16="http://schemas.microsoft.com/office/drawing/2014/main" id="{4FEB409F-B130-0B45-8678-63E3D27AC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1999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4" name="Rectangle 725">
              <a:extLst>
                <a:ext uri="{FF2B5EF4-FFF2-40B4-BE49-F238E27FC236}">
                  <a16:creationId xmlns:a16="http://schemas.microsoft.com/office/drawing/2014/main" id="{665E59AE-5475-E940-B164-FBDE7A151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113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5" name="Rectangle 726">
              <a:extLst>
                <a:ext uri="{FF2B5EF4-FFF2-40B4-BE49-F238E27FC236}">
                  <a16:creationId xmlns:a16="http://schemas.microsoft.com/office/drawing/2014/main" id="{19B65F56-FF29-924C-B55C-BEF783ED5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175"/>
              <a:ext cx="52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6" name="Rectangle 727">
              <a:extLst>
                <a:ext uri="{FF2B5EF4-FFF2-40B4-BE49-F238E27FC236}">
                  <a16:creationId xmlns:a16="http://schemas.microsoft.com/office/drawing/2014/main" id="{37E5CE81-AF13-8440-9C2B-E817D5352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2210"/>
              <a:ext cx="53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7" name="Rectangle 728">
              <a:extLst>
                <a:ext uri="{FF2B5EF4-FFF2-40B4-BE49-F238E27FC236}">
                  <a16:creationId xmlns:a16="http://schemas.microsoft.com/office/drawing/2014/main" id="{DE618898-FDAC-8A4E-B02A-6FCF49DE6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236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8" name="Rectangle 729">
              <a:extLst>
                <a:ext uri="{FF2B5EF4-FFF2-40B4-BE49-F238E27FC236}">
                  <a16:creationId xmlns:a16="http://schemas.microsoft.com/office/drawing/2014/main" id="{7E6ACD0A-5C39-AA4F-9092-1268AA709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" y="2271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09" name="Rectangle 730">
              <a:extLst>
                <a:ext uri="{FF2B5EF4-FFF2-40B4-BE49-F238E27FC236}">
                  <a16:creationId xmlns:a16="http://schemas.microsoft.com/office/drawing/2014/main" id="{2AB824E2-4A7E-CD44-A99D-7C70FD832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2333"/>
              <a:ext cx="52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0" name="Rectangle 731">
              <a:extLst>
                <a:ext uri="{FF2B5EF4-FFF2-40B4-BE49-F238E27FC236}">
                  <a16:creationId xmlns:a16="http://schemas.microsoft.com/office/drawing/2014/main" id="{3548D84A-9BCC-A349-83F2-FC3780300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2368"/>
              <a:ext cx="53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1" name="Rectangle 732">
              <a:extLst>
                <a:ext uri="{FF2B5EF4-FFF2-40B4-BE49-F238E27FC236}">
                  <a16:creationId xmlns:a16="http://schemas.microsoft.com/office/drawing/2014/main" id="{BD3B5B2D-A221-2845-B798-5B197EAD7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368"/>
              <a:ext cx="53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2" name="Rectangle 733">
              <a:extLst>
                <a:ext uri="{FF2B5EF4-FFF2-40B4-BE49-F238E27FC236}">
                  <a16:creationId xmlns:a16="http://schemas.microsoft.com/office/drawing/2014/main" id="{2C0589A3-F319-E846-BDFA-A20C97A2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" y="2394"/>
              <a:ext cx="52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3" name="Rectangle 734">
              <a:extLst>
                <a:ext uri="{FF2B5EF4-FFF2-40B4-BE49-F238E27FC236}">
                  <a16:creationId xmlns:a16="http://schemas.microsoft.com/office/drawing/2014/main" id="{2BF3A349-325B-6148-BEF2-ABD593255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" y="2420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4" name="Rectangle 735">
              <a:extLst>
                <a:ext uri="{FF2B5EF4-FFF2-40B4-BE49-F238E27FC236}">
                  <a16:creationId xmlns:a16="http://schemas.microsoft.com/office/drawing/2014/main" id="{E553F7B1-7FD2-B042-9C80-F0620D568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2420"/>
              <a:ext cx="53" cy="53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115" name="Freeform 736">
              <a:extLst>
                <a:ext uri="{FF2B5EF4-FFF2-40B4-BE49-F238E27FC236}">
                  <a16:creationId xmlns:a16="http://schemas.microsoft.com/office/drawing/2014/main" id="{8B7395FE-525C-014C-81E8-3F944FC0E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1534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6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6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16" name="Freeform 737">
              <a:extLst>
                <a:ext uri="{FF2B5EF4-FFF2-40B4-BE49-F238E27FC236}">
                  <a16:creationId xmlns:a16="http://schemas.microsoft.com/office/drawing/2014/main" id="{26B00C7B-0ACE-4144-9450-88AE4BE19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639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6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6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17" name="Freeform 738">
              <a:extLst>
                <a:ext uri="{FF2B5EF4-FFF2-40B4-BE49-F238E27FC236}">
                  <a16:creationId xmlns:a16="http://schemas.microsoft.com/office/drawing/2014/main" id="{79D9BF47-473F-8747-82B2-3527422AA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1850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7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7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18" name="Freeform 739">
              <a:extLst>
                <a:ext uri="{FF2B5EF4-FFF2-40B4-BE49-F238E27FC236}">
                  <a16:creationId xmlns:a16="http://schemas.microsoft.com/office/drawing/2014/main" id="{5988BC7B-BB0E-364C-89A6-AC0F96C3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1780"/>
              <a:ext cx="52" cy="52"/>
            </a:xfrm>
            <a:custGeom>
              <a:avLst/>
              <a:gdLst>
                <a:gd name="T0" fmla="*/ 26 w 52"/>
                <a:gd name="T1" fmla="*/ 0 h 52"/>
                <a:gd name="T2" fmla="*/ 52 w 52"/>
                <a:gd name="T3" fmla="*/ 52 h 52"/>
                <a:gd name="T4" fmla="*/ 0 w 52"/>
                <a:gd name="T5" fmla="*/ 52 h 52"/>
                <a:gd name="T6" fmla="*/ 26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2"/>
                <a:gd name="T14" fmla="*/ 52 w 52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2">
                  <a:moveTo>
                    <a:pt x="26" y="0"/>
                  </a:moveTo>
                  <a:lnTo>
                    <a:pt x="52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19" name="Freeform 740">
              <a:extLst>
                <a:ext uri="{FF2B5EF4-FFF2-40B4-BE49-F238E27FC236}">
                  <a16:creationId xmlns:a16="http://schemas.microsoft.com/office/drawing/2014/main" id="{55FEE1BD-4C33-5348-AFA3-E467CBF1E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920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6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6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0" name="Freeform 741">
              <a:extLst>
                <a:ext uri="{FF2B5EF4-FFF2-40B4-BE49-F238E27FC236}">
                  <a16:creationId xmlns:a16="http://schemas.microsoft.com/office/drawing/2014/main" id="{3847D9AB-8202-3A42-BFB8-EE4B49830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535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7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7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1" name="Freeform 742">
              <a:extLst>
                <a:ext uri="{FF2B5EF4-FFF2-40B4-BE49-F238E27FC236}">
                  <a16:creationId xmlns:a16="http://schemas.microsoft.com/office/drawing/2014/main" id="{317006DB-5FF3-8545-B291-8FCAD9BAD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552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53 h 53"/>
                <a:gd name="T4" fmla="*/ 0 w 52"/>
                <a:gd name="T5" fmla="*/ 53 h 53"/>
                <a:gd name="T6" fmla="*/ 26 w 5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3"/>
                <a:gd name="T14" fmla="*/ 52 w 5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3">
                  <a:moveTo>
                    <a:pt x="26" y="0"/>
                  </a:moveTo>
                  <a:lnTo>
                    <a:pt x="52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2" name="Freeform 743">
              <a:extLst>
                <a:ext uri="{FF2B5EF4-FFF2-40B4-BE49-F238E27FC236}">
                  <a16:creationId xmlns:a16="http://schemas.microsoft.com/office/drawing/2014/main" id="{8B1A5691-1F0E-9048-80C5-CE4FF8AAB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2587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53 h 53"/>
                <a:gd name="T4" fmla="*/ 0 w 52"/>
                <a:gd name="T5" fmla="*/ 53 h 53"/>
                <a:gd name="T6" fmla="*/ 26 w 5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3"/>
                <a:gd name="T14" fmla="*/ 52 w 5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3">
                  <a:moveTo>
                    <a:pt x="26" y="0"/>
                  </a:moveTo>
                  <a:lnTo>
                    <a:pt x="52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3" name="Freeform 744">
              <a:extLst>
                <a:ext uri="{FF2B5EF4-FFF2-40B4-BE49-F238E27FC236}">
                  <a16:creationId xmlns:a16="http://schemas.microsoft.com/office/drawing/2014/main" id="{767B0ABE-D0E4-5741-901D-06716ECAF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2587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6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6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4" name="Freeform 745">
              <a:extLst>
                <a:ext uri="{FF2B5EF4-FFF2-40B4-BE49-F238E27FC236}">
                  <a16:creationId xmlns:a16="http://schemas.microsoft.com/office/drawing/2014/main" id="{86D081FD-DA69-8A48-9463-69564C503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622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7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7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5" name="Freeform 746">
              <a:extLst>
                <a:ext uri="{FF2B5EF4-FFF2-40B4-BE49-F238E27FC236}">
                  <a16:creationId xmlns:a16="http://schemas.microsoft.com/office/drawing/2014/main" id="{9D6421C5-0254-BD48-88A9-28CEC0A11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2640"/>
              <a:ext cx="52" cy="53"/>
            </a:xfrm>
            <a:custGeom>
              <a:avLst/>
              <a:gdLst>
                <a:gd name="T0" fmla="*/ 26 w 52"/>
                <a:gd name="T1" fmla="*/ 0 h 53"/>
                <a:gd name="T2" fmla="*/ 52 w 52"/>
                <a:gd name="T3" fmla="*/ 53 h 53"/>
                <a:gd name="T4" fmla="*/ 0 w 52"/>
                <a:gd name="T5" fmla="*/ 53 h 53"/>
                <a:gd name="T6" fmla="*/ 26 w 5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3"/>
                <a:gd name="T14" fmla="*/ 52 w 5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3">
                  <a:moveTo>
                    <a:pt x="26" y="0"/>
                  </a:moveTo>
                  <a:lnTo>
                    <a:pt x="52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6" name="Freeform 747">
              <a:extLst>
                <a:ext uri="{FF2B5EF4-FFF2-40B4-BE49-F238E27FC236}">
                  <a16:creationId xmlns:a16="http://schemas.microsoft.com/office/drawing/2014/main" id="{87FC4A62-9413-074C-B6CA-DA798B89F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666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6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6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7" name="Freeform 748">
              <a:extLst>
                <a:ext uri="{FF2B5EF4-FFF2-40B4-BE49-F238E27FC236}">
                  <a16:creationId xmlns:a16="http://schemas.microsoft.com/office/drawing/2014/main" id="{DD8C2FBD-4607-DA47-A202-5A2037FA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684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7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7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8" name="Freeform 749">
              <a:extLst>
                <a:ext uri="{FF2B5EF4-FFF2-40B4-BE49-F238E27FC236}">
                  <a16:creationId xmlns:a16="http://schemas.microsoft.com/office/drawing/2014/main" id="{161250F2-D5F1-9C47-8B69-1E31343E7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701"/>
              <a:ext cx="53" cy="53"/>
            </a:xfrm>
            <a:custGeom>
              <a:avLst/>
              <a:gdLst>
                <a:gd name="T0" fmla="*/ 27 w 53"/>
                <a:gd name="T1" fmla="*/ 0 h 53"/>
                <a:gd name="T2" fmla="*/ 53 w 53"/>
                <a:gd name="T3" fmla="*/ 53 h 53"/>
                <a:gd name="T4" fmla="*/ 0 w 53"/>
                <a:gd name="T5" fmla="*/ 53 h 53"/>
                <a:gd name="T6" fmla="*/ 27 w 5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3"/>
                <a:gd name="T14" fmla="*/ 53 w 5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3">
                  <a:moveTo>
                    <a:pt x="27" y="0"/>
                  </a:moveTo>
                  <a:lnTo>
                    <a:pt x="53" y="53"/>
                  </a:lnTo>
                  <a:lnTo>
                    <a:pt x="0" y="5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29" name="Freeform 750">
              <a:extLst>
                <a:ext uri="{FF2B5EF4-FFF2-40B4-BE49-F238E27FC236}">
                  <a16:creationId xmlns:a16="http://schemas.microsoft.com/office/drawing/2014/main" id="{1F2A59ED-7108-C948-976D-8B96A4654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719"/>
              <a:ext cx="52" cy="52"/>
            </a:xfrm>
            <a:custGeom>
              <a:avLst/>
              <a:gdLst>
                <a:gd name="T0" fmla="*/ 26 w 52"/>
                <a:gd name="T1" fmla="*/ 0 h 52"/>
                <a:gd name="T2" fmla="*/ 52 w 52"/>
                <a:gd name="T3" fmla="*/ 52 h 52"/>
                <a:gd name="T4" fmla="*/ 0 w 52"/>
                <a:gd name="T5" fmla="*/ 52 h 52"/>
                <a:gd name="T6" fmla="*/ 26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2"/>
                <a:gd name="T14" fmla="*/ 52 w 52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2">
                  <a:moveTo>
                    <a:pt x="26" y="0"/>
                  </a:moveTo>
                  <a:lnTo>
                    <a:pt x="52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0" name="Freeform 751">
              <a:extLst>
                <a:ext uri="{FF2B5EF4-FFF2-40B4-BE49-F238E27FC236}">
                  <a16:creationId xmlns:a16="http://schemas.microsoft.com/office/drawing/2014/main" id="{98CE794A-7EED-A040-A303-8E7D9874F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728"/>
              <a:ext cx="53" cy="52"/>
            </a:xfrm>
            <a:custGeom>
              <a:avLst/>
              <a:gdLst>
                <a:gd name="T0" fmla="*/ 26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6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6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1" name="Freeform 752">
              <a:extLst>
                <a:ext uri="{FF2B5EF4-FFF2-40B4-BE49-F238E27FC236}">
                  <a16:creationId xmlns:a16="http://schemas.microsoft.com/office/drawing/2014/main" id="{F6D99F55-A649-4D4A-AB81-2C0DD44BD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719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7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7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2" name="Freeform 753">
              <a:extLst>
                <a:ext uri="{FF2B5EF4-FFF2-40B4-BE49-F238E27FC236}">
                  <a16:creationId xmlns:a16="http://schemas.microsoft.com/office/drawing/2014/main" id="{1CEF0A21-FFB8-6444-A87F-9FA8A52EE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28"/>
              <a:ext cx="52" cy="52"/>
            </a:xfrm>
            <a:custGeom>
              <a:avLst/>
              <a:gdLst>
                <a:gd name="T0" fmla="*/ 26 w 52"/>
                <a:gd name="T1" fmla="*/ 0 h 52"/>
                <a:gd name="T2" fmla="*/ 52 w 52"/>
                <a:gd name="T3" fmla="*/ 52 h 52"/>
                <a:gd name="T4" fmla="*/ 0 w 52"/>
                <a:gd name="T5" fmla="*/ 52 h 52"/>
                <a:gd name="T6" fmla="*/ 26 w 5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52"/>
                <a:gd name="T14" fmla="*/ 52 w 52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52">
                  <a:moveTo>
                    <a:pt x="26" y="0"/>
                  </a:moveTo>
                  <a:lnTo>
                    <a:pt x="52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3" name="Freeform 754">
              <a:extLst>
                <a:ext uri="{FF2B5EF4-FFF2-40B4-BE49-F238E27FC236}">
                  <a16:creationId xmlns:a16="http://schemas.microsoft.com/office/drawing/2014/main" id="{0E932DDB-4030-2A41-AB6A-E7D9B7BFF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728"/>
              <a:ext cx="53" cy="52"/>
            </a:xfrm>
            <a:custGeom>
              <a:avLst/>
              <a:gdLst>
                <a:gd name="T0" fmla="*/ 26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6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6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4" name="Freeform 755">
              <a:extLst>
                <a:ext uri="{FF2B5EF4-FFF2-40B4-BE49-F238E27FC236}">
                  <a16:creationId xmlns:a16="http://schemas.microsoft.com/office/drawing/2014/main" id="{416DD904-AD08-4B49-8AEA-4C1424CE7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" y="2728"/>
              <a:ext cx="53" cy="52"/>
            </a:xfrm>
            <a:custGeom>
              <a:avLst/>
              <a:gdLst>
                <a:gd name="T0" fmla="*/ 27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7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7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Line 756">
              <a:extLst>
                <a:ext uri="{FF2B5EF4-FFF2-40B4-BE49-F238E27FC236}">
                  <a16:creationId xmlns:a16="http://schemas.microsoft.com/office/drawing/2014/main" id="{FEBE0D15-0D1A-8A45-B657-793CC23ED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9" y="1437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Line 757">
              <a:extLst>
                <a:ext uri="{FF2B5EF4-FFF2-40B4-BE49-F238E27FC236}">
                  <a16:creationId xmlns:a16="http://schemas.microsoft.com/office/drawing/2014/main" id="{49A7F7DD-A9A8-9A44-AAEC-306975424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464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Line 758">
              <a:extLst>
                <a:ext uri="{FF2B5EF4-FFF2-40B4-BE49-F238E27FC236}">
                  <a16:creationId xmlns:a16="http://schemas.microsoft.com/office/drawing/2014/main" id="{071D1D5C-C0D1-A54C-B62D-35E11C43C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" y="146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Line 759">
              <a:extLst>
                <a:ext uri="{FF2B5EF4-FFF2-40B4-BE49-F238E27FC236}">
                  <a16:creationId xmlns:a16="http://schemas.microsoft.com/office/drawing/2014/main" id="{2156A849-DF4C-4648-8D99-439DEF46E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" y="1437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Line 760">
              <a:extLst>
                <a:ext uri="{FF2B5EF4-FFF2-40B4-BE49-F238E27FC236}">
                  <a16:creationId xmlns:a16="http://schemas.microsoft.com/office/drawing/2014/main" id="{FD570914-17A3-4C40-8B88-34E76CB287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2" y="1674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Line 761">
              <a:extLst>
                <a:ext uri="{FF2B5EF4-FFF2-40B4-BE49-F238E27FC236}">
                  <a16:creationId xmlns:a16="http://schemas.microsoft.com/office/drawing/2014/main" id="{C6BBF86F-62EC-BC42-BCFE-C6F3FAAFD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" y="1701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1" name="Line 762">
              <a:extLst>
                <a:ext uri="{FF2B5EF4-FFF2-40B4-BE49-F238E27FC236}">
                  <a16:creationId xmlns:a16="http://schemas.microsoft.com/office/drawing/2014/main" id="{B44F09D6-C8F1-C649-A237-BEEE5457A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2" y="1701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2" name="Line 763">
              <a:extLst>
                <a:ext uri="{FF2B5EF4-FFF2-40B4-BE49-F238E27FC236}">
                  <a16:creationId xmlns:a16="http://schemas.microsoft.com/office/drawing/2014/main" id="{9C44F9A8-4F2A-9C43-A5C4-8C2D70D57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674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3" name="Line 764">
              <a:extLst>
                <a:ext uri="{FF2B5EF4-FFF2-40B4-BE49-F238E27FC236}">
                  <a16:creationId xmlns:a16="http://schemas.microsoft.com/office/drawing/2014/main" id="{8C4721EA-CC9F-6346-A510-08A0B1FB7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5" y="2719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4" name="Line 765">
              <a:extLst>
                <a:ext uri="{FF2B5EF4-FFF2-40B4-BE49-F238E27FC236}">
                  <a16:creationId xmlns:a16="http://schemas.microsoft.com/office/drawing/2014/main" id="{D7E4FA34-5948-E14B-8466-57ADC083E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745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5" name="Line 766">
              <a:extLst>
                <a:ext uri="{FF2B5EF4-FFF2-40B4-BE49-F238E27FC236}">
                  <a16:creationId xmlns:a16="http://schemas.microsoft.com/office/drawing/2014/main" id="{0D98BFE9-6472-C74E-A5DF-0CD972C2C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5" y="2745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6" name="Line 767">
              <a:extLst>
                <a:ext uri="{FF2B5EF4-FFF2-40B4-BE49-F238E27FC236}">
                  <a16:creationId xmlns:a16="http://schemas.microsoft.com/office/drawing/2014/main" id="{A1EB9610-A39D-314A-BBB1-E93223AAF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2719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7" name="Line 768">
              <a:extLst>
                <a:ext uri="{FF2B5EF4-FFF2-40B4-BE49-F238E27FC236}">
                  <a16:creationId xmlns:a16="http://schemas.microsoft.com/office/drawing/2014/main" id="{85CD7BDF-E120-8042-A9B0-A6539E1969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9" y="272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8" name="Line 769">
              <a:extLst>
                <a:ext uri="{FF2B5EF4-FFF2-40B4-BE49-F238E27FC236}">
                  <a16:creationId xmlns:a16="http://schemas.microsoft.com/office/drawing/2014/main" id="{DF293686-807A-564C-87DC-899E2792E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275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9" name="Line 770">
              <a:extLst>
                <a:ext uri="{FF2B5EF4-FFF2-40B4-BE49-F238E27FC236}">
                  <a16:creationId xmlns:a16="http://schemas.microsoft.com/office/drawing/2014/main" id="{32ACE96A-2611-D448-8644-E4FA0ADAD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9" y="275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0" name="Line 771">
              <a:extLst>
                <a:ext uri="{FF2B5EF4-FFF2-40B4-BE49-F238E27FC236}">
                  <a16:creationId xmlns:a16="http://schemas.microsoft.com/office/drawing/2014/main" id="{5014CB3F-CDCF-4B49-B4D9-330CC05B27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5" y="272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1" name="Line 772">
              <a:extLst>
                <a:ext uri="{FF2B5EF4-FFF2-40B4-BE49-F238E27FC236}">
                  <a16:creationId xmlns:a16="http://schemas.microsoft.com/office/drawing/2014/main" id="{A8EE1774-00F0-3F4E-ADFD-45CE435E4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63" y="2745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2" name="Line 773">
              <a:extLst>
                <a:ext uri="{FF2B5EF4-FFF2-40B4-BE49-F238E27FC236}">
                  <a16:creationId xmlns:a16="http://schemas.microsoft.com/office/drawing/2014/main" id="{92270844-0F45-6547-BC8D-36D154FB6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9" y="2771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3" name="Line 774">
              <a:extLst>
                <a:ext uri="{FF2B5EF4-FFF2-40B4-BE49-F238E27FC236}">
                  <a16:creationId xmlns:a16="http://schemas.microsoft.com/office/drawing/2014/main" id="{8994F8D7-2D9F-174F-A1B9-24EE670FF3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2771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4" name="Line 775">
              <a:extLst>
                <a:ext uri="{FF2B5EF4-FFF2-40B4-BE49-F238E27FC236}">
                  <a16:creationId xmlns:a16="http://schemas.microsoft.com/office/drawing/2014/main" id="{D914DF3D-6D99-D24E-9B3B-FB5BBF902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9" y="2745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5" name="Line 776">
              <a:extLst>
                <a:ext uri="{FF2B5EF4-FFF2-40B4-BE49-F238E27FC236}">
                  <a16:creationId xmlns:a16="http://schemas.microsoft.com/office/drawing/2014/main" id="{BB0CED4B-C6F6-6C41-8F28-C35709B69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56" y="2754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6" name="Line 777">
              <a:extLst>
                <a:ext uri="{FF2B5EF4-FFF2-40B4-BE49-F238E27FC236}">
                  <a16:creationId xmlns:a16="http://schemas.microsoft.com/office/drawing/2014/main" id="{118A5E83-589F-DE4F-97AE-829A19168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3" y="2780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7" name="Line 778">
              <a:extLst>
                <a:ext uri="{FF2B5EF4-FFF2-40B4-BE49-F238E27FC236}">
                  <a16:creationId xmlns:a16="http://schemas.microsoft.com/office/drawing/2014/main" id="{6308BC0E-5066-5842-9F47-50FB9C040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6" y="2780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8" name="Line 779">
              <a:extLst>
                <a:ext uri="{FF2B5EF4-FFF2-40B4-BE49-F238E27FC236}">
                  <a16:creationId xmlns:a16="http://schemas.microsoft.com/office/drawing/2014/main" id="{1C82890C-C2DC-354D-A0A9-92211137D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3" y="275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9" name="Line 780">
              <a:extLst>
                <a:ext uri="{FF2B5EF4-FFF2-40B4-BE49-F238E27FC236}">
                  <a16:creationId xmlns:a16="http://schemas.microsoft.com/office/drawing/2014/main" id="{BA445278-AFD6-3645-879D-3CD027AA0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50" y="276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0" name="Line 781">
              <a:extLst>
                <a:ext uri="{FF2B5EF4-FFF2-40B4-BE49-F238E27FC236}">
                  <a16:creationId xmlns:a16="http://schemas.microsoft.com/office/drawing/2014/main" id="{033E51A3-725F-D54B-8B40-729DF238F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2789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1" name="Line 782">
              <a:extLst>
                <a:ext uri="{FF2B5EF4-FFF2-40B4-BE49-F238E27FC236}">
                  <a16:creationId xmlns:a16="http://schemas.microsoft.com/office/drawing/2014/main" id="{A89E5D05-D9BF-DB44-BC64-40D0CE16F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0" y="2789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2" name="Line 783">
              <a:extLst>
                <a:ext uri="{FF2B5EF4-FFF2-40B4-BE49-F238E27FC236}">
                  <a16:creationId xmlns:a16="http://schemas.microsoft.com/office/drawing/2014/main" id="{4AE8002F-A6F5-7842-9FEB-BE9B9848D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" y="276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3" name="Line 784">
              <a:extLst>
                <a:ext uri="{FF2B5EF4-FFF2-40B4-BE49-F238E27FC236}">
                  <a16:creationId xmlns:a16="http://schemas.microsoft.com/office/drawing/2014/main" id="{AE2DDD3D-F8A4-2A40-86AB-4200A8114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43" y="2771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4" name="Line 785">
              <a:extLst>
                <a:ext uri="{FF2B5EF4-FFF2-40B4-BE49-F238E27FC236}">
                  <a16:creationId xmlns:a16="http://schemas.microsoft.com/office/drawing/2014/main" id="{90FAADFE-78A8-684F-9562-A9CDFF7A9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9" y="279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5" name="Line 786">
              <a:extLst>
                <a:ext uri="{FF2B5EF4-FFF2-40B4-BE49-F238E27FC236}">
                  <a16:creationId xmlns:a16="http://schemas.microsoft.com/office/drawing/2014/main" id="{AA5609F5-795C-0641-9EB8-165BDF425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3" y="279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6" name="Line 787">
              <a:extLst>
                <a:ext uri="{FF2B5EF4-FFF2-40B4-BE49-F238E27FC236}">
                  <a16:creationId xmlns:a16="http://schemas.microsoft.com/office/drawing/2014/main" id="{9012CBA6-A475-8143-B19D-B2BA20618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" y="2771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7" name="Line 788">
              <a:extLst>
                <a:ext uri="{FF2B5EF4-FFF2-40B4-BE49-F238E27FC236}">
                  <a16:creationId xmlns:a16="http://schemas.microsoft.com/office/drawing/2014/main" id="{620764F1-B4E5-C440-A55E-145F94DBB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36" y="2780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8" name="Line 789">
              <a:extLst>
                <a:ext uri="{FF2B5EF4-FFF2-40B4-BE49-F238E27FC236}">
                  <a16:creationId xmlns:a16="http://schemas.microsoft.com/office/drawing/2014/main" id="{331B14C8-FCB8-8545-9280-6CB41527A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807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9" name="Line 790">
              <a:extLst>
                <a:ext uri="{FF2B5EF4-FFF2-40B4-BE49-F238E27FC236}">
                  <a16:creationId xmlns:a16="http://schemas.microsoft.com/office/drawing/2014/main" id="{4B985F16-56C1-5140-8D53-167BB9848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6" y="280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0" name="Line 791">
              <a:extLst>
                <a:ext uri="{FF2B5EF4-FFF2-40B4-BE49-F238E27FC236}">
                  <a16:creationId xmlns:a16="http://schemas.microsoft.com/office/drawing/2014/main" id="{1AAA0892-5D18-8F4E-8BE0-5E8295188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2" y="2780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1" name="Line 792">
              <a:extLst>
                <a:ext uri="{FF2B5EF4-FFF2-40B4-BE49-F238E27FC236}">
                  <a16:creationId xmlns:a16="http://schemas.microsoft.com/office/drawing/2014/main" id="{7367DF35-24C7-5E46-B315-D6BA9325C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29" y="2798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2" name="Line 793">
              <a:extLst>
                <a:ext uri="{FF2B5EF4-FFF2-40B4-BE49-F238E27FC236}">
                  <a16:creationId xmlns:a16="http://schemas.microsoft.com/office/drawing/2014/main" id="{F8A00824-E6FE-AE46-B634-625A8F207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82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3" name="Line 794">
              <a:extLst>
                <a:ext uri="{FF2B5EF4-FFF2-40B4-BE49-F238E27FC236}">
                  <a16:creationId xmlns:a16="http://schemas.microsoft.com/office/drawing/2014/main" id="{E4E2B378-86C4-2441-9D6D-E3FEFAD43D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9" y="2824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4" name="Line 795">
              <a:extLst>
                <a:ext uri="{FF2B5EF4-FFF2-40B4-BE49-F238E27FC236}">
                  <a16:creationId xmlns:a16="http://schemas.microsoft.com/office/drawing/2014/main" id="{55620CC1-9CBD-5641-8DCC-443C9EFFF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79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5" name="Line 796">
              <a:extLst>
                <a:ext uri="{FF2B5EF4-FFF2-40B4-BE49-F238E27FC236}">
                  <a16:creationId xmlns:a16="http://schemas.microsoft.com/office/drawing/2014/main" id="{11DE2BCA-86B7-B448-AD4A-9117E15C5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4" y="280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6" name="Line 797">
              <a:extLst>
                <a:ext uri="{FF2B5EF4-FFF2-40B4-BE49-F238E27FC236}">
                  <a16:creationId xmlns:a16="http://schemas.microsoft.com/office/drawing/2014/main" id="{66D86C55-91C2-0E45-8D90-7D60F5E62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283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7" name="Line 798">
              <a:extLst>
                <a:ext uri="{FF2B5EF4-FFF2-40B4-BE49-F238E27FC236}">
                  <a16:creationId xmlns:a16="http://schemas.microsoft.com/office/drawing/2014/main" id="{F238D583-28FE-F14F-8F72-C330EB62D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4" y="283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8" name="Line 799">
              <a:extLst>
                <a:ext uri="{FF2B5EF4-FFF2-40B4-BE49-F238E27FC236}">
                  <a16:creationId xmlns:a16="http://schemas.microsoft.com/office/drawing/2014/main" id="{C54F1822-5738-254F-91DF-85BBC7BAB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80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9" name="Line 800">
              <a:extLst>
                <a:ext uri="{FF2B5EF4-FFF2-40B4-BE49-F238E27FC236}">
                  <a16:creationId xmlns:a16="http://schemas.microsoft.com/office/drawing/2014/main" id="{38FE1852-794E-C140-84DE-5217264B8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7" y="2824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0" name="Line 801">
              <a:extLst>
                <a:ext uri="{FF2B5EF4-FFF2-40B4-BE49-F238E27FC236}">
                  <a16:creationId xmlns:a16="http://schemas.microsoft.com/office/drawing/2014/main" id="{8E3E6F09-4772-A547-A196-AE206D484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2850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1" name="Line 802">
              <a:extLst>
                <a:ext uri="{FF2B5EF4-FFF2-40B4-BE49-F238E27FC236}">
                  <a16:creationId xmlns:a16="http://schemas.microsoft.com/office/drawing/2014/main" id="{45947A9A-C0E2-824A-967B-D91604D34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7" y="2850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2" name="Line 803">
              <a:extLst>
                <a:ext uri="{FF2B5EF4-FFF2-40B4-BE49-F238E27FC236}">
                  <a16:creationId xmlns:a16="http://schemas.microsoft.com/office/drawing/2014/main" id="{F839B7F9-0ECD-C046-A8E2-75CE33AF18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3" y="2824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3" name="Line 804">
              <a:extLst>
                <a:ext uri="{FF2B5EF4-FFF2-40B4-BE49-F238E27FC236}">
                  <a16:creationId xmlns:a16="http://schemas.microsoft.com/office/drawing/2014/main" id="{39EB976C-AB58-704E-95F6-652027E1F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0" y="2833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4" name="Line 805">
              <a:extLst>
                <a:ext uri="{FF2B5EF4-FFF2-40B4-BE49-F238E27FC236}">
                  <a16:creationId xmlns:a16="http://schemas.microsoft.com/office/drawing/2014/main" id="{B9756A51-0C91-AD4A-BF01-627CDFD68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" y="2859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5" name="Line 806">
              <a:extLst>
                <a:ext uri="{FF2B5EF4-FFF2-40B4-BE49-F238E27FC236}">
                  <a16:creationId xmlns:a16="http://schemas.microsoft.com/office/drawing/2014/main" id="{9793A1A4-0B0F-2F4A-A025-482D9603EB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0" y="2859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6" name="Line 807">
              <a:extLst>
                <a:ext uri="{FF2B5EF4-FFF2-40B4-BE49-F238E27FC236}">
                  <a16:creationId xmlns:a16="http://schemas.microsoft.com/office/drawing/2014/main" id="{AD1CB8A2-7D8F-AE46-B5BA-1F9EE4760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7" y="283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7" name="Line 808">
              <a:extLst>
                <a:ext uri="{FF2B5EF4-FFF2-40B4-BE49-F238E27FC236}">
                  <a16:creationId xmlns:a16="http://schemas.microsoft.com/office/drawing/2014/main" id="{BFEF85E9-6DA2-DE44-9C3B-C2CE5F02A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93" y="2842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8" name="Line 809">
              <a:extLst>
                <a:ext uri="{FF2B5EF4-FFF2-40B4-BE49-F238E27FC236}">
                  <a16:creationId xmlns:a16="http://schemas.microsoft.com/office/drawing/2014/main" id="{4B51EF5F-5316-F348-ADFA-163A1E7F6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286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9" name="Line 810">
              <a:extLst>
                <a:ext uri="{FF2B5EF4-FFF2-40B4-BE49-F238E27FC236}">
                  <a16:creationId xmlns:a16="http://schemas.microsoft.com/office/drawing/2014/main" id="{D689418D-9B8E-0141-9FE4-2510F4D654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3" y="2868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0" name="Line 811">
              <a:extLst>
                <a:ext uri="{FF2B5EF4-FFF2-40B4-BE49-F238E27FC236}">
                  <a16:creationId xmlns:a16="http://schemas.microsoft.com/office/drawing/2014/main" id="{276C91AB-634D-4F41-8144-2EFB2ACB8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2842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1" name="Line 812">
              <a:extLst>
                <a:ext uri="{FF2B5EF4-FFF2-40B4-BE49-F238E27FC236}">
                  <a16:creationId xmlns:a16="http://schemas.microsoft.com/office/drawing/2014/main" id="{63255BBD-FCE7-424C-A49A-18D41D4C8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87" y="2850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2" name="Line 813">
              <a:extLst>
                <a:ext uri="{FF2B5EF4-FFF2-40B4-BE49-F238E27FC236}">
                  <a16:creationId xmlns:a16="http://schemas.microsoft.com/office/drawing/2014/main" id="{72C4EB89-A96A-A04A-B537-F47465515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87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3" name="Line 814">
              <a:extLst>
                <a:ext uri="{FF2B5EF4-FFF2-40B4-BE49-F238E27FC236}">
                  <a16:creationId xmlns:a16="http://schemas.microsoft.com/office/drawing/2014/main" id="{88FEEBE2-4146-294D-A3C3-D2F565FA93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7" y="287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4" name="Line 815">
              <a:extLst>
                <a:ext uri="{FF2B5EF4-FFF2-40B4-BE49-F238E27FC236}">
                  <a16:creationId xmlns:a16="http://schemas.microsoft.com/office/drawing/2014/main" id="{8044C3ED-FBB5-EE49-A57D-1B2C91CCE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2850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5" name="Line 816">
              <a:extLst>
                <a:ext uri="{FF2B5EF4-FFF2-40B4-BE49-F238E27FC236}">
                  <a16:creationId xmlns:a16="http://schemas.microsoft.com/office/drawing/2014/main" id="{80F4ADB7-4D32-1646-90F8-B4036B8AE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80" y="2859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2" name="Group 1018">
            <a:extLst>
              <a:ext uri="{FF2B5EF4-FFF2-40B4-BE49-F238E27FC236}">
                <a16:creationId xmlns:a16="http://schemas.microsoft.com/office/drawing/2014/main" id="{8CE02A20-63AD-0740-BAF7-F4E9ACF5F4AF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1884363"/>
            <a:ext cx="7299325" cy="3816350"/>
            <a:chOff x="156" y="1187"/>
            <a:chExt cx="4598" cy="2404"/>
          </a:xfrm>
        </p:grpSpPr>
        <p:sp>
          <p:nvSpPr>
            <p:cNvPr id="32796" name="Line 818">
              <a:extLst>
                <a:ext uri="{FF2B5EF4-FFF2-40B4-BE49-F238E27FC236}">
                  <a16:creationId xmlns:a16="http://schemas.microsoft.com/office/drawing/2014/main" id="{E74B620C-F1FC-6648-AD71-413E8590D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886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7" name="Line 819">
              <a:extLst>
                <a:ext uri="{FF2B5EF4-FFF2-40B4-BE49-F238E27FC236}">
                  <a16:creationId xmlns:a16="http://schemas.microsoft.com/office/drawing/2014/main" id="{CC0742ED-FBC8-E242-BF09-3D04B2338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" y="2886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Line 820">
              <a:extLst>
                <a:ext uri="{FF2B5EF4-FFF2-40B4-BE49-F238E27FC236}">
                  <a16:creationId xmlns:a16="http://schemas.microsoft.com/office/drawing/2014/main" id="{3510CFB4-6A66-764F-AA11-4AAFD1002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" y="2859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Line 821">
              <a:extLst>
                <a:ext uri="{FF2B5EF4-FFF2-40B4-BE49-F238E27FC236}">
                  <a16:creationId xmlns:a16="http://schemas.microsoft.com/office/drawing/2014/main" id="{03DD680B-12B0-BC4D-B948-D167145D1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4" y="2868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Line 822">
              <a:extLst>
                <a:ext uri="{FF2B5EF4-FFF2-40B4-BE49-F238E27FC236}">
                  <a16:creationId xmlns:a16="http://schemas.microsoft.com/office/drawing/2014/main" id="{FD666421-1075-5C43-98B4-50D60B1C4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1" y="2894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823">
              <a:extLst>
                <a:ext uri="{FF2B5EF4-FFF2-40B4-BE49-F238E27FC236}">
                  <a16:creationId xmlns:a16="http://schemas.microsoft.com/office/drawing/2014/main" id="{955F0D68-DA57-4045-BD43-60C8233A2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4" y="2894"/>
              <a:ext cx="27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824">
              <a:extLst>
                <a:ext uri="{FF2B5EF4-FFF2-40B4-BE49-F238E27FC236}">
                  <a16:creationId xmlns:a16="http://schemas.microsoft.com/office/drawing/2014/main" id="{779170B6-0F46-724A-B72D-A1BBC20BF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1" y="286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825">
              <a:extLst>
                <a:ext uri="{FF2B5EF4-FFF2-40B4-BE49-F238E27FC236}">
                  <a16:creationId xmlns:a16="http://schemas.microsoft.com/office/drawing/2014/main" id="{8DF20BC0-73BB-1446-B7E9-673D765DB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8" y="286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826">
              <a:extLst>
                <a:ext uri="{FF2B5EF4-FFF2-40B4-BE49-F238E27FC236}">
                  <a16:creationId xmlns:a16="http://schemas.microsoft.com/office/drawing/2014/main" id="{C3E8161B-989A-0D45-AC59-698DDC81C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894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827">
              <a:extLst>
                <a:ext uri="{FF2B5EF4-FFF2-40B4-BE49-F238E27FC236}">
                  <a16:creationId xmlns:a16="http://schemas.microsoft.com/office/drawing/2014/main" id="{ABABAFA8-3264-5E48-8A3E-1FE85E026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8" y="2894"/>
              <a:ext cx="26" cy="27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Line 828">
              <a:extLst>
                <a:ext uri="{FF2B5EF4-FFF2-40B4-BE49-F238E27FC236}">
                  <a16:creationId xmlns:a16="http://schemas.microsoft.com/office/drawing/2014/main" id="{1E2ACDFB-C7A1-DD4A-98A3-F27D4FF51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4" y="2868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Line 829">
              <a:extLst>
                <a:ext uri="{FF2B5EF4-FFF2-40B4-BE49-F238E27FC236}">
                  <a16:creationId xmlns:a16="http://schemas.microsoft.com/office/drawing/2014/main" id="{F65E59AA-4EFF-9C41-8EA2-7636BE2F0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1" y="2877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830">
              <a:extLst>
                <a:ext uri="{FF2B5EF4-FFF2-40B4-BE49-F238E27FC236}">
                  <a16:creationId xmlns:a16="http://schemas.microsoft.com/office/drawing/2014/main" id="{E09E2354-B986-EA4F-99E7-60D441917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903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831">
              <a:extLst>
                <a:ext uri="{FF2B5EF4-FFF2-40B4-BE49-F238E27FC236}">
                  <a16:creationId xmlns:a16="http://schemas.microsoft.com/office/drawing/2014/main" id="{3DE9028E-8329-BF47-8378-D30DBDD07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1" y="2903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832">
              <a:extLst>
                <a:ext uri="{FF2B5EF4-FFF2-40B4-BE49-F238E27FC236}">
                  <a16:creationId xmlns:a16="http://schemas.microsoft.com/office/drawing/2014/main" id="{2A6CE8F2-7711-674C-9760-EB602C26A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2877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833">
              <a:extLst>
                <a:ext uri="{FF2B5EF4-FFF2-40B4-BE49-F238E27FC236}">
                  <a16:creationId xmlns:a16="http://schemas.microsoft.com/office/drawing/2014/main" id="{A365B666-1E80-CC48-968C-A7CB63E08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4" y="2886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834">
              <a:extLst>
                <a:ext uri="{FF2B5EF4-FFF2-40B4-BE49-F238E27FC236}">
                  <a16:creationId xmlns:a16="http://schemas.microsoft.com/office/drawing/2014/main" id="{7686E762-3654-DB48-B45B-2C551558E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2912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Line 835">
              <a:extLst>
                <a:ext uri="{FF2B5EF4-FFF2-40B4-BE49-F238E27FC236}">
                  <a16:creationId xmlns:a16="http://schemas.microsoft.com/office/drawing/2014/main" id="{D1103FEB-EF9D-8B4D-A664-0EF06D61F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4" y="2912"/>
              <a:ext cx="27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Line 836">
              <a:extLst>
                <a:ext uri="{FF2B5EF4-FFF2-40B4-BE49-F238E27FC236}">
                  <a16:creationId xmlns:a16="http://schemas.microsoft.com/office/drawing/2014/main" id="{FBF200B8-5470-D743-A8A9-8EA561D92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86"/>
              <a:ext cx="26" cy="26"/>
            </a:xfrm>
            <a:prstGeom prst="line">
              <a:avLst/>
            </a:prstGeom>
            <a:noFill/>
            <a:ln w="14288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Line 837">
              <a:extLst>
                <a:ext uri="{FF2B5EF4-FFF2-40B4-BE49-F238E27FC236}">
                  <a16:creationId xmlns:a16="http://schemas.microsoft.com/office/drawing/2014/main" id="{8CABC2A7-83FF-5941-9F8B-B941B57A5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9" y="1437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6" name="Line 838">
              <a:extLst>
                <a:ext uri="{FF2B5EF4-FFF2-40B4-BE49-F238E27FC236}">
                  <a16:creationId xmlns:a16="http://schemas.microsoft.com/office/drawing/2014/main" id="{7CF2C3C5-9CCA-454F-B52D-35E346B10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464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7" name="Line 839">
              <a:extLst>
                <a:ext uri="{FF2B5EF4-FFF2-40B4-BE49-F238E27FC236}">
                  <a16:creationId xmlns:a16="http://schemas.microsoft.com/office/drawing/2014/main" id="{5C38B03F-6EF9-BD43-A043-8B6744536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" y="1464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Line 840">
              <a:extLst>
                <a:ext uri="{FF2B5EF4-FFF2-40B4-BE49-F238E27FC236}">
                  <a16:creationId xmlns:a16="http://schemas.microsoft.com/office/drawing/2014/main" id="{D4E1B582-DB65-7E42-BC13-9AFD2AA3F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" y="1437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Line 841">
              <a:extLst>
                <a:ext uri="{FF2B5EF4-FFF2-40B4-BE49-F238E27FC236}">
                  <a16:creationId xmlns:a16="http://schemas.microsoft.com/office/drawing/2014/main" id="{B9D20D80-1623-A14F-98C3-EBC53A35B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" y="1437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0" name="Line 842">
              <a:extLst>
                <a:ext uri="{FF2B5EF4-FFF2-40B4-BE49-F238E27FC236}">
                  <a16:creationId xmlns:a16="http://schemas.microsoft.com/office/drawing/2014/main" id="{73040D4B-DEE2-DF49-816B-0415C5378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" y="1464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Line 843">
              <a:extLst>
                <a:ext uri="{FF2B5EF4-FFF2-40B4-BE49-F238E27FC236}">
                  <a16:creationId xmlns:a16="http://schemas.microsoft.com/office/drawing/2014/main" id="{876131B0-1743-F44B-A5D7-7815020CD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2" y="1560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2" name="Line 844">
              <a:extLst>
                <a:ext uri="{FF2B5EF4-FFF2-40B4-BE49-F238E27FC236}">
                  <a16:creationId xmlns:a16="http://schemas.microsoft.com/office/drawing/2014/main" id="{7B22C1A8-0F2E-364B-9CD4-1A93B9E35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" y="1587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Line 845">
              <a:extLst>
                <a:ext uri="{FF2B5EF4-FFF2-40B4-BE49-F238E27FC236}">
                  <a16:creationId xmlns:a16="http://schemas.microsoft.com/office/drawing/2014/main" id="{BB68A5BF-C093-2E4F-BBCE-FF5304987D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2" y="158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4" name="Line 846">
              <a:extLst>
                <a:ext uri="{FF2B5EF4-FFF2-40B4-BE49-F238E27FC236}">
                  <a16:creationId xmlns:a16="http://schemas.microsoft.com/office/drawing/2014/main" id="{C80360A8-9387-6F42-9D25-043BB1B1C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560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5" name="Line 847">
              <a:extLst>
                <a:ext uri="{FF2B5EF4-FFF2-40B4-BE49-F238E27FC236}">
                  <a16:creationId xmlns:a16="http://schemas.microsoft.com/office/drawing/2014/main" id="{6B8D2874-5E05-4D4A-80F6-D5591B31C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560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6" name="Line 848">
              <a:extLst>
                <a:ext uri="{FF2B5EF4-FFF2-40B4-BE49-F238E27FC236}">
                  <a16:creationId xmlns:a16="http://schemas.microsoft.com/office/drawing/2014/main" id="{26EFBCEB-FD15-4645-B975-59ECB2694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" y="158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7" name="Line 849">
              <a:extLst>
                <a:ext uri="{FF2B5EF4-FFF2-40B4-BE49-F238E27FC236}">
                  <a16:creationId xmlns:a16="http://schemas.microsoft.com/office/drawing/2014/main" id="{30CD7437-21BF-0749-AFCE-EBB23B5B9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5" y="1657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8" name="Line 850">
              <a:extLst>
                <a:ext uri="{FF2B5EF4-FFF2-40B4-BE49-F238E27FC236}">
                  <a16:creationId xmlns:a16="http://schemas.microsoft.com/office/drawing/2014/main" id="{30923A7B-7B26-2A4C-A3B5-26D4F0FE1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68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9" name="Line 851">
              <a:extLst>
                <a:ext uri="{FF2B5EF4-FFF2-40B4-BE49-F238E27FC236}">
                  <a16:creationId xmlns:a16="http://schemas.microsoft.com/office/drawing/2014/main" id="{F0C9CC8B-8D23-B245-8C60-0A95057EF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5" y="1683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0" name="Line 852">
              <a:extLst>
                <a:ext uri="{FF2B5EF4-FFF2-40B4-BE49-F238E27FC236}">
                  <a16:creationId xmlns:a16="http://schemas.microsoft.com/office/drawing/2014/main" id="{8BA0B0BA-AC42-9242-A613-D4D0574B4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165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1" name="Line 853">
              <a:extLst>
                <a:ext uri="{FF2B5EF4-FFF2-40B4-BE49-F238E27FC236}">
                  <a16:creationId xmlns:a16="http://schemas.microsoft.com/office/drawing/2014/main" id="{B134DFD5-560E-904A-9FAC-D1706BFA75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165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2" name="Line 854">
              <a:extLst>
                <a:ext uri="{FF2B5EF4-FFF2-40B4-BE49-F238E27FC236}">
                  <a16:creationId xmlns:a16="http://schemas.microsoft.com/office/drawing/2014/main" id="{36B1C182-867B-694E-88EB-8E5B72700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683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3" name="Line 855">
              <a:extLst>
                <a:ext uri="{FF2B5EF4-FFF2-40B4-BE49-F238E27FC236}">
                  <a16:creationId xmlns:a16="http://schemas.microsoft.com/office/drawing/2014/main" id="{4A4AFA30-8CC0-5345-AF0D-8D84BE2D7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9" y="170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4" name="Line 856">
              <a:extLst>
                <a:ext uri="{FF2B5EF4-FFF2-40B4-BE49-F238E27FC236}">
                  <a16:creationId xmlns:a16="http://schemas.microsoft.com/office/drawing/2014/main" id="{D5980009-0E0D-B445-8CC4-D21861105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72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5" name="Line 857">
              <a:extLst>
                <a:ext uri="{FF2B5EF4-FFF2-40B4-BE49-F238E27FC236}">
                  <a16:creationId xmlns:a16="http://schemas.microsoft.com/office/drawing/2014/main" id="{B3FF125F-5413-6946-975D-6635EF286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9" y="172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6" name="Line 858">
              <a:extLst>
                <a:ext uri="{FF2B5EF4-FFF2-40B4-BE49-F238E27FC236}">
                  <a16:creationId xmlns:a16="http://schemas.microsoft.com/office/drawing/2014/main" id="{9BEE24E5-8746-E648-BF7B-94FDAE3894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5" y="170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7" name="Line 859">
              <a:extLst>
                <a:ext uri="{FF2B5EF4-FFF2-40B4-BE49-F238E27FC236}">
                  <a16:creationId xmlns:a16="http://schemas.microsoft.com/office/drawing/2014/main" id="{4B67039F-F1D1-D44F-8B07-BAA380B030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5" y="1701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8" name="Line 860">
              <a:extLst>
                <a:ext uri="{FF2B5EF4-FFF2-40B4-BE49-F238E27FC236}">
                  <a16:creationId xmlns:a16="http://schemas.microsoft.com/office/drawing/2014/main" id="{AB612CEF-D49A-6044-90BF-C0DD5932C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72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9" name="Line 861">
              <a:extLst>
                <a:ext uri="{FF2B5EF4-FFF2-40B4-BE49-F238E27FC236}">
                  <a16:creationId xmlns:a16="http://schemas.microsoft.com/office/drawing/2014/main" id="{B1C43131-499A-E941-A944-7E9941390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63" y="194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0" name="Line 862">
              <a:extLst>
                <a:ext uri="{FF2B5EF4-FFF2-40B4-BE49-F238E27FC236}">
                  <a16:creationId xmlns:a16="http://schemas.microsoft.com/office/drawing/2014/main" id="{AB4979C3-FF62-5045-8B75-768E6E874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9" y="1973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1" name="Line 863">
              <a:extLst>
                <a:ext uri="{FF2B5EF4-FFF2-40B4-BE49-F238E27FC236}">
                  <a16:creationId xmlns:a16="http://schemas.microsoft.com/office/drawing/2014/main" id="{30ECE67D-C736-B644-8224-43C2E518A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973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2" name="Line 864">
              <a:extLst>
                <a:ext uri="{FF2B5EF4-FFF2-40B4-BE49-F238E27FC236}">
                  <a16:creationId xmlns:a16="http://schemas.microsoft.com/office/drawing/2014/main" id="{363EA579-B759-FF40-AA12-70B5C4E54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9" y="1947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Line 865">
              <a:extLst>
                <a:ext uri="{FF2B5EF4-FFF2-40B4-BE49-F238E27FC236}">
                  <a16:creationId xmlns:a16="http://schemas.microsoft.com/office/drawing/2014/main" id="{239EC5F0-BC4B-AA4D-9021-0B1AE387A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9" y="194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Line 866">
              <a:extLst>
                <a:ext uri="{FF2B5EF4-FFF2-40B4-BE49-F238E27FC236}">
                  <a16:creationId xmlns:a16="http://schemas.microsoft.com/office/drawing/2014/main" id="{0D6A1969-076C-CD4C-B1CA-4FFCFAB69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9" y="1973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Line 867">
              <a:extLst>
                <a:ext uri="{FF2B5EF4-FFF2-40B4-BE49-F238E27FC236}">
                  <a16:creationId xmlns:a16="http://schemas.microsoft.com/office/drawing/2014/main" id="{0439078B-3F62-B24E-B295-E9D5C39E0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56" y="2061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Line 868">
              <a:extLst>
                <a:ext uri="{FF2B5EF4-FFF2-40B4-BE49-F238E27FC236}">
                  <a16:creationId xmlns:a16="http://schemas.microsoft.com/office/drawing/2014/main" id="{504A1DE7-20DC-8141-B649-F068D97E7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3" y="208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Line 869">
              <a:extLst>
                <a:ext uri="{FF2B5EF4-FFF2-40B4-BE49-F238E27FC236}">
                  <a16:creationId xmlns:a16="http://schemas.microsoft.com/office/drawing/2014/main" id="{4EA5C25B-0020-8041-A8A7-616921062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6" y="2087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Line 870">
              <a:extLst>
                <a:ext uri="{FF2B5EF4-FFF2-40B4-BE49-F238E27FC236}">
                  <a16:creationId xmlns:a16="http://schemas.microsoft.com/office/drawing/2014/main" id="{26B4FBE7-F2B5-414A-9061-1488E4577B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3" y="206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Line 871">
              <a:extLst>
                <a:ext uri="{FF2B5EF4-FFF2-40B4-BE49-F238E27FC236}">
                  <a16:creationId xmlns:a16="http://schemas.microsoft.com/office/drawing/2014/main" id="{7214D049-2E24-074D-BD77-B12A47680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3" y="2061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Line 872">
              <a:extLst>
                <a:ext uri="{FF2B5EF4-FFF2-40B4-BE49-F238E27FC236}">
                  <a16:creationId xmlns:a16="http://schemas.microsoft.com/office/drawing/2014/main" id="{E98DBB81-5075-9643-816F-B3A4C4ED0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3" y="208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Line 873">
              <a:extLst>
                <a:ext uri="{FF2B5EF4-FFF2-40B4-BE49-F238E27FC236}">
                  <a16:creationId xmlns:a16="http://schemas.microsoft.com/office/drawing/2014/main" id="{23F3CD8B-BA6C-3C45-8781-50E74BBCB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50" y="208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Line 874">
              <a:extLst>
                <a:ext uri="{FF2B5EF4-FFF2-40B4-BE49-F238E27FC236}">
                  <a16:creationId xmlns:a16="http://schemas.microsoft.com/office/drawing/2014/main" id="{4378E70B-3354-FC47-83FC-CDC606E8E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211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Line 875">
              <a:extLst>
                <a:ext uri="{FF2B5EF4-FFF2-40B4-BE49-F238E27FC236}">
                  <a16:creationId xmlns:a16="http://schemas.microsoft.com/office/drawing/2014/main" id="{D4B166D0-2681-8946-8753-944962C42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0" y="211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Line 876">
              <a:extLst>
                <a:ext uri="{FF2B5EF4-FFF2-40B4-BE49-F238E27FC236}">
                  <a16:creationId xmlns:a16="http://schemas.microsoft.com/office/drawing/2014/main" id="{96A92B3F-C4C5-A141-83ED-B53142D75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" y="208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Line 877">
              <a:extLst>
                <a:ext uri="{FF2B5EF4-FFF2-40B4-BE49-F238E27FC236}">
                  <a16:creationId xmlns:a16="http://schemas.microsoft.com/office/drawing/2014/main" id="{05472C6E-24AB-A34F-A7B0-5158C6DB8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" y="208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Line 878">
              <a:extLst>
                <a:ext uri="{FF2B5EF4-FFF2-40B4-BE49-F238E27FC236}">
                  <a16:creationId xmlns:a16="http://schemas.microsoft.com/office/drawing/2014/main" id="{1E8AD694-027D-3748-865E-7D8FA935F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2113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Line 879">
              <a:extLst>
                <a:ext uri="{FF2B5EF4-FFF2-40B4-BE49-F238E27FC236}">
                  <a16:creationId xmlns:a16="http://schemas.microsoft.com/office/drawing/2014/main" id="{7E2B8EB6-36B6-704F-8EDB-DF1A8B655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43" y="2175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Line 880">
              <a:extLst>
                <a:ext uri="{FF2B5EF4-FFF2-40B4-BE49-F238E27FC236}">
                  <a16:creationId xmlns:a16="http://schemas.microsoft.com/office/drawing/2014/main" id="{71107B37-CD60-514B-910C-A66C752CA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9" y="220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Line 881">
              <a:extLst>
                <a:ext uri="{FF2B5EF4-FFF2-40B4-BE49-F238E27FC236}">
                  <a16:creationId xmlns:a16="http://schemas.microsoft.com/office/drawing/2014/main" id="{D9FF54B3-B3D2-F047-AC4C-87E8E8B1C4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3" y="220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Line 882">
              <a:extLst>
                <a:ext uri="{FF2B5EF4-FFF2-40B4-BE49-F238E27FC236}">
                  <a16:creationId xmlns:a16="http://schemas.microsoft.com/office/drawing/2014/main" id="{E694CD2D-6BC4-FF48-A577-40ECEAF89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" y="2175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Line 883">
              <a:extLst>
                <a:ext uri="{FF2B5EF4-FFF2-40B4-BE49-F238E27FC236}">
                  <a16:creationId xmlns:a16="http://schemas.microsoft.com/office/drawing/2014/main" id="{38534F60-05C8-2C4C-A41C-A3756A27F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9" y="2175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Line 884">
              <a:extLst>
                <a:ext uri="{FF2B5EF4-FFF2-40B4-BE49-F238E27FC236}">
                  <a16:creationId xmlns:a16="http://schemas.microsoft.com/office/drawing/2014/main" id="{BCF2722F-1CE7-AB4E-8EA3-E77ECA4BD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9" y="2201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Line 885">
              <a:extLst>
                <a:ext uri="{FF2B5EF4-FFF2-40B4-BE49-F238E27FC236}">
                  <a16:creationId xmlns:a16="http://schemas.microsoft.com/office/drawing/2014/main" id="{12B64F96-94F9-A64B-82F9-4D6F5D781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36" y="2254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Line 886">
              <a:extLst>
                <a:ext uri="{FF2B5EF4-FFF2-40B4-BE49-F238E27FC236}">
                  <a16:creationId xmlns:a16="http://schemas.microsoft.com/office/drawing/2014/main" id="{FDE5A2FA-5099-2548-BC50-27FD8429F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280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Line 887">
              <a:extLst>
                <a:ext uri="{FF2B5EF4-FFF2-40B4-BE49-F238E27FC236}">
                  <a16:creationId xmlns:a16="http://schemas.microsoft.com/office/drawing/2014/main" id="{C99AEF15-0A52-544D-A6FF-A8DFDDE11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6" y="2280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Line 888">
              <a:extLst>
                <a:ext uri="{FF2B5EF4-FFF2-40B4-BE49-F238E27FC236}">
                  <a16:creationId xmlns:a16="http://schemas.microsoft.com/office/drawing/2014/main" id="{DF149AD9-9FE3-6043-A9E6-FAB1AD1FE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2" y="2254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Line 889">
              <a:extLst>
                <a:ext uri="{FF2B5EF4-FFF2-40B4-BE49-F238E27FC236}">
                  <a16:creationId xmlns:a16="http://schemas.microsoft.com/office/drawing/2014/main" id="{845FE80E-7BC4-D447-B4F7-0506B6FAA5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2" y="2254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Line 890">
              <a:extLst>
                <a:ext uri="{FF2B5EF4-FFF2-40B4-BE49-F238E27FC236}">
                  <a16:creationId xmlns:a16="http://schemas.microsoft.com/office/drawing/2014/main" id="{4A15430A-7C10-E042-916F-56B241DED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280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Line 891">
              <a:extLst>
                <a:ext uri="{FF2B5EF4-FFF2-40B4-BE49-F238E27FC236}">
                  <a16:creationId xmlns:a16="http://schemas.microsoft.com/office/drawing/2014/main" id="{EF0EE108-DE56-DA4E-A708-921A89B71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29" y="2377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0" name="Line 892">
              <a:extLst>
                <a:ext uri="{FF2B5EF4-FFF2-40B4-BE49-F238E27FC236}">
                  <a16:creationId xmlns:a16="http://schemas.microsoft.com/office/drawing/2014/main" id="{BD1213CB-4FAD-F045-8C0F-9B6AF1079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403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1" name="Line 893">
              <a:extLst>
                <a:ext uri="{FF2B5EF4-FFF2-40B4-BE49-F238E27FC236}">
                  <a16:creationId xmlns:a16="http://schemas.microsoft.com/office/drawing/2014/main" id="{9DC72E88-7862-4F4B-8E76-77A3D5CF3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9" y="2403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2" name="Line 894">
              <a:extLst>
                <a:ext uri="{FF2B5EF4-FFF2-40B4-BE49-F238E27FC236}">
                  <a16:creationId xmlns:a16="http://schemas.microsoft.com/office/drawing/2014/main" id="{6C68E7F7-C35C-274E-9051-36869590B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37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3" name="Line 895">
              <a:extLst>
                <a:ext uri="{FF2B5EF4-FFF2-40B4-BE49-F238E27FC236}">
                  <a16:creationId xmlns:a16="http://schemas.microsoft.com/office/drawing/2014/main" id="{B24AE77B-7FB0-B04C-9F3F-C22101D71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37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4" name="Line 896">
              <a:extLst>
                <a:ext uri="{FF2B5EF4-FFF2-40B4-BE49-F238E27FC236}">
                  <a16:creationId xmlns:a16="http://schemas.microsoft.com/office/drawing/2014/main" id="{91D8F10B-DA03-2F41-87D0-83E221585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403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5" name="Line 897">
              <a:extLst>
                <a:ext uri="{FF2B5EF4-FFF2-40B4-BE49-F238E27FC236}">
                  <a16:creationId xmlns:a16="http://schemas.microsoft.com/office/drawing/2014/main" id="{0D23C9A0-608E-2447-B7F1-B0D1E13F9C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4" y="2420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6" name="Line 898">
              <a:extLst>
                <a:ext uri="{FF2B5EF4-FFF2-40B4-BE49-F238E27FC236}">
                  <a16:creationId xmlns:a16="http://schemas.microsoft.com/office/drawing/2014/main" id="{E3F93704-FFF9-0747-A527-954D84001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244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7" name="Line 899">
              <a:extLst>
                <a:ext uri="{FF2B5EF4-FFF2-40B4-BE49-F238E27FC236}">
                  <a16:creationId xmlns:a16="http://schemas.microsoft.com/office/drawing/2014/main" id="{71F54988-D0F7-5B47-ACE2-2B3AF3839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4" y="2447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8" name="Line 900">
              <a:extLst>
                <a:ext uri="{FF2B5EF4-FFF2-40B4-BE49-F238E27FC236}">
                  <a16:creationId xmlns:a16="http://schemas.microsoft.com/office/drawing/2014/main" id="{F74D7A4B-BC04-9F45-96EE-058CD233D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420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9" name="Line 901">
              <a:extLst>
                <a:ext uri="{FF2B5EF4-FFF2-40B4-BE49-F238E27FC236}">
                  <a16:creationId xmlns:a16="http://schemas.microsoft.com/office/drawing/2014/main" id="{1D30503D-379B-1447-8261-D06DB59D5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420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0" name="Line 902">
              <a:extLst>
                <a:ext uri="{FF2B5EF4-FFF2-40B4-BE49-F238E27FC236}">
                  <a16:creationId xmlns:a16="http://schemas.microsoft.com/office/drawing/2014/main" id="{D303E414-34AC-6140-8EFF-1E8DA1DEC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2447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Line 903">
              <a:extLst>
                <a:ext uri="{FF2B5EF4-FFF2-40B4-BE49-F238E27FC236}">
                  <a16:creationId xmlns:a16="http://schemas.microsoft.com/office/drawing/2014/main" id="{9037E677-44C0-4141-B311-E6B79BC68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7" y="2473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Line 904">
              <a:extLst>
                <a:ext uri="{FF2B5EF4-FFF2-40B4-BE49-F238E27FC236}">
                  <a16:creationId xmlns:a16="http://schemas.microsoft.com/office/drawing/2014/main" id="{FF477FA7-28E4-2E48-85CB-CB8FB5C9C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2499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Line 905">
              <a:extLst>
                <a:ext uri="{FF2B5EF4-FFF2-40B4-BE49-F238E27FC236}">
                  <a16:creationId xmlns:a16="http://schemas.microsoft.com/office/drawing/2014/main" id="{CAA3392F-CF1F-F543-8F6F-88848E3AAC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7" y="2499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Line 906">
              <a:extLst>
                <a:ext uri="{FF2B5EF4-FFF2-40B4-BE49-F238E27FC236}">
                  <a16:creationId xmlns:a16="http://schemas.microsoft.com/office/drawing/2014/main" id="{1E6C0A55-551E-B443-8280-ED8C268A5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3" y="2473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Line 907">
              <a:extLst>
                <a:ext uri="{FF2B5EF4-FFF2-40B4-BE49-F238E27FC236}">
                  <a16:creationId xmlns:a16="http://schemas.microsoft.com/office/drawing/2014/main" id="{6FA72768-1DC6-1447-B1C6-2D1E7F4F6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3" y="2473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Line 908">
              <a:extLst>
                <a:ext uri="{FF2B5EF4-FFF2-40B4-BE49-F238E27FC236}">
                  <a16:creationId xmlns:a16="http://schemas.microsoft.com/office/drawing/2014/main" id="{066FD99D-ACDC-A049-A0BE-5F62DD50F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2499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Line 909">
              <a:extLst>
                <a:ext uri="{FF2B5EF4-FFF2-40B4-BE49-F238E27FC236}">
                  <a16:creationId xmlns:a16="http://schemas.microsoft.com/office/drawing/2014/main" id="{125231EE-D27F-D043-A63D-F20122C43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0" y="2473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Line 910">
              <a:extLst>
                <a:ext uri="{FF2B5EF4-FFF2-40B4-BE49-F238E27FC236}">
                  <a16:creationId xmlns:a16="http://schemas.microsoft.com/office/drawing/2014/main" id="{A907DF9B-4B5F-2345-BF26-B6D760E7A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" y="2499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Line 911">
              <a:extLst>
                <a:ext uri="{FF2B5EF4-FFF2-40B4-BE49-F238E27FC236}">
                  <a16:creationId xmlns:a16="http://schemas.microsoft.com/office/drawing/2014/main" id="{3F79D01E-5905-BE4E-A7CA-103F334B1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0" y="2499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Line 912">
              <a:extLst>
                <a:ext uri="{FF2B5EF4-FFF2-40B4-BE49-F238E27FC236}">
                  <a16:creationId xmlns:a16="http://schemas.microsoft.com/office/drawing/2014/main" id="{8905788E-8B32-8B4E-80DE-1EB3A2142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7" y="2473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Line 913">
              <a:extLst>
                <a:ext uri="{FF2B5EF4-FFF2-40B4-BE49-F238E27FC236}">
                  <a16:creationId xmlns:a16="http://schemas.microsoft.com/office/drawing/2014/main" id="{D17D371D-1FAC-D64B-8A22-6EB4C60C5C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7" y="2473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Line 914">
              <a:extLst>
                <a:ext uri="{FF2B5EF4-FFF2-40B4-BE49-F238E27FC236}">
                  <a16:creationId xmlns:a16="http://schemas.microsoft.com/office/drawing/2014/main" id="{D77234B9-C4F2-F643-9327-8B2F5359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" y="2499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Line 915">
              <a:extLst>
                <a:ext uri="{FF2B5EF4-FFF2-40B4-BE49-F238E27FC236}">
                  <a16:creationId xmlns:a16="http://schemas.microsoft.com/office/drawing/2014/main" id="{D2995DBB-D014-9F4F-81DB-A62C33658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93" y="2535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Line 916">
              <a:extLst>
                <a:ext uri="{FF2B5EF4-FFF2-40B4-BE49-F238E27FC236}">
                  <a16:creationId xmlns:a16="http://schemas.microsoft.com/office/drawing/2014/main" id="{A6EA34FF-0DD6-AB48-956C-3556A1EF2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256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Line 917">
              <a:extLst>
                <a:ext uri="{FF2B5EF4-FFF2-40B4-BE49-F238E27FC236}">
                  <a16:creationId xmlns:a16="http://schemas.microsoft.com/office/drawing/2014/main" id="{E2BBAD7B-3725-6242-ADD0-6A57242A0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3" y="2561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Line 918">
              <a:extLst>
                <a:ext uri="{FF2B5EF4-FFF2-40B4-BE49-F238E27FC236}">
                  <a16:creationId xmlns:a16="http://schemas.microsoft.com/office/drawing/2014/main" id="{DDFC36AE-F599-7449-AE60-3D02282EB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2535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Line 919">
              <a:extLst>
                <a:ext uri="{FF2B5EF4-FFF2-40B4-BE49-F238E27FC236}">
                  <a16:creationId xmlns:a16="http://schemas.microsoft.com/office/drawing/2014/main" id="{D6EBE544-274E-8F48-9AFF-D081C6361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2535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8" name="Line 920">
              <a:extLst>
                <a:ext uri="{FF2B5EF4-FFF2-40B4-BE49-F238E27FC236}">
                  <a16:creationId xmlns:a16="http://schemas.microsoft.com/office/drawing/2014/main" id="{9A8A8A08-F732-DC46-B522-51F6691C6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2561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Line 921">
              <a:extLst>
                <a:ext uri="{FF2B5EF4-FFF2-40B4-BE49-F238E27FC236}">
                  <a16:creationId xmlns:a16="http://schemas.microsoft.com/office/drawing/2014/main" id="{5CDDB887-C89A-894F-85F2-60A06C514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87" y="2552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Line 922">
              <a:extLst>
                <a:ext uri="{FF2B5EF4-FFF2-40B4-BE49-F238E27FC236}">
                  <a16:creationId xmlns:a16="http://schemas.microsoft.com/office/drawing/2014/main" id="{5BC6B791-D34E-1F40-A5BA-50E3C8F6E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578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Line 923">
              <a:extLst>
                <a:ext uri="{FF2B5EF4-FFF2-40B4-BE49-F238E27FC236}">
                  <a16:creationId xmlns:a16="http://schemas.microsoft.com/office/drawing/2014/main" id="{2F21AB75-5B5B-6B4D-B403-58C30EEE68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7" y="2578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Line 924">
              <a:extLst>
                <a:ext uri="{FF2B5EF4-FFF2-40B4-BE49-F238E27FC236}">
                  <a16:creationId xmlns:a16="http://schemas.microsoft.com/office/drawing/2014/main" id="{F298A7AA-CA43-7943-9EE5-00A986E5A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2552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Line 925">
              <a:extLst>
                <a:ext uri="{FF2B5EF4-FFF2-40B4-BE49-F238E27FC236}">
                  <a16:creationId xmlns:a16="http://schemas.microsoft.com/office/drawing/2014/main" id="{44004562-D8C3-2A43-9FBA-75290A21B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2552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Line 926">
              <a:extLst>
                <a:ext uri="{FF2B5EF4-FFF2-40B4-BE49-F238E27FC236}">
                  <a16:creationId xmlns:a16="http://schemas.microsoft.com/office/drawing/2014/main" id="{79679860-8A84-D04E-A7A1-006A81B8C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2578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Line 927">
              <a:extLst>
                <a:ext uri="{FF2B5EF4-FFF2-40B4-BE49-F238E27FC236}">
                  <a16:creationId xmlns:a16="http://schemas.microsoft.com/office/drawing/2014/main" id="{0E75E055-A2CF-4C45-B102-18D4A0203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80" y="2535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Line 928">
              <a:extLst>
                <a:ext uri="{FF2B5EF4-FFF2-40B4-BE49-F238E27FC236}">
                  <a16:creationId xmlns:a16="http://schemas.microsoft.com/office/drawing/2014/main" id="{34095C19-E0B8-2547-B8C1-E73A3E070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561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Line 929">
              <a:extLst>
                <a:ext uri="{FF2B5EF4-FFF2-40B4-BE49-F238E27FC236}">
                  <a16:creationId xmlns:a16="http://schemas.microsoft.com/office/drawing/2014/main" id="{7AE2AC14-18C2-A445-BA2F-F81D96557E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" y="2561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Line 930">
              <a:extLst>
                <a:ext uri="{FF2B5EF4-FFF2-40B4-BE49-F238E27FC236}">
                  <a16:creationId xmlns:a16="http://schemas.microsoft.com/office/drawing/2014/main" id="{B0DA4587-B68C-4245-B0DD-71C6DF4A4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" y="2535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Line 931">
              <a:extLst>
                <a:ext uri="{FF2B5EF4-FFF2-40B4-BE49-F238E27FC236}">
                  <a16:creationId xmlns:a16="http://schemas.microsoft.com/office/drawing/2014/main" id="{9A1022AC-6AC0-9844-9BE9-CAD0374F3E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" y="2535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Line 932">
              <a:extLst>
                <a:ext uri="{FF2B5EF4-FFF2-40B4-BE49-F238E27FC236}">
                  <a16:creationId xmlns:a16="http://schemas.microsoft.com/office/drawing/2014/main" id="{32842AD0-0637-024A-BE1E-03481F2EB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561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Line 933">
              <a:extLst>
                <a:ext uri="{FF2B5EF4-FFF2-40B4-BE49-F238E27FC236}">
                  <a16:creationId xmlns:a16="http://schemas.microsoft.com/office/drawing/2014/main" id="{E47BAC06-4A91-0D4D-B186-A8A59FBD0F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4" y="2543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Line 934">
              <a:extLst>
                <a:ext uri="{FF2B5EF4-FFF2-40B4-BE49-F238E27FC236}">
                  <a16:creationId xmlns:a16="http://schemas.microsoft.com/office/drawing/2014/main" id="{24E0B42E-4F3D-394A-BC0B-0120B8344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1" y="2570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Line 935">
              <a:extLst>
                <a:ext uri="{FF2B5EF4-FFF2-40B4-BE49-F238E27FC236}">
                  <a16:creationId xmlns:a16="http://schemas.microsoft.com/office/drawing/2014/main" id="{AD6824AE-3B36-2447-842F-3688EA4A3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4" y="2570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Line 936">
              <a:extLst>
                <a:ext uri="{FF2B5EF4-FFF2-40B4-BE49-F238E27FC236}">
                  <a16:creationId xmlns:a16="http://schemas.microsoft.com/office/drawing/2014/main" id="{14DAA7B9-FE64-4048-8D08-44390401C7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1" y="254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Line 937">
              <a:extLst>
                <a:ext uri="{FF2B5EF4-FFF2-40B4-BE49-F238E27FC236}">
                  <a16:creationId xmlns:a16="http://schemas.microsoft.com/office/drawing/2014/main" id="{CC8B2278-14C3-7E46-BC3F-EF93D0004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1" y="2543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Line 938">
              <a:extLst>
                <a:ext uri="{FF2B5EF4-FFF2-40B4-BE49-F238E27FC236}">
                  <a16:creationId xmlns:a16="http://schemas.microsoft.com/office/drawing/2014/main" id="{571F87A8-F348-C24A-8568-D0B32D41F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1" y="2570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Line 939">
              <a:extLst>
                <a:ext uri="{FF2B5EF4-FFF2-40B4-BE49-F238E27FC236}">
                  <a16:creationId xmlns:a16="http://schemas.microsoft.com/office/drawing/2014/main" id="{807D0398-6FCA-604F-8F9E-407508319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8" y="254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Line 940">
              <a:extLst>
                <a:ext uri="{FF2B5EF4-FFF2-40B4-BE49-F238E27FC236}">
                  <a16:creationId xmlns:a16="http://schemas.microsoft.com/office/drawing/2014/main" id="{CBE03319-AAE9-3D4E-8BCE-E226C8B95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570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Line 941">
              <a:extLst>
                <a:ext uri="{FF2B5EF4-FFF2-40B4-BE49-F238E27FC236}">
                  <a16:creationId xmlns:a16="http://schemas.microsoft.com/office/drawing/2014/main" id="{FE4AC487-4D58-2A43-965C-D44C4CF3A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8" y="2570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Line 942">
              <a:extLst>
                <a:ext uri="{FF2B5EF4-FFF2-40B4-BE49-F238E27FC236}">
                  <a16:creationId xmlns:a16="http://schemas.microsoft.com/office/drawing/2014/main" id="{716C4176-C049-0F4B-AAE3-CAC5C206B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4" y="2543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Line 943">
              <a:extLst>
                <a:ext uri="{FF2B5EF4-FFF2-40B4-BE49-F238E27FC236}">
                  <a16:creationId xmlns:a16="http://schemas.microsoft.com/office/drawing/2014/main" id="{639E27FC-3712-2F46-9E9B-988F44A7B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4" y="2543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Line 944">
              <a:extLst>
                <a:ext uri="{FF2B5EF4-FFF2-40B4-BE49-F238E27FC236}">
                  <a16:creationId xmlns:a16="http://schemas.microsoft.com/office/drawing/2014/main" id="{0715B942-06C4-5E44-8988-21CDC0C70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570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Line 945">
              <a:extLst>
                <a:ext uri="{FF2B5EF4-FFF2-40B4-BE49-F238E27FC236}">
                  <a16:creationId xmlns:a16="http://schemas.microsoft.com/office/drawing/2014/main" id="{029D05D4-29BF-2645-9977-D00D127EA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1" y="2552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Line 946">
              <a:extLst>
                <a:ext uri="{FF2B5EF4-FFF2-40B4-BE49-F238E27FC236}">
                  <a16:creationId xmlns:a16="http://schemas.microsoft.com/office/drawing/2014/main" id="{BF9E2C72-5CDB-BD45-A065-F65000F0D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578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Line 947">
              <a:extLst>
                <a:ext uri="{FF2B5EF4-FFF2-40B4-BE49-F238E27FC236}">
                  <a16:creationId xmlns:a16="http://schemas.microsoft.com/office/drawing/2014/main" id="{35052185-F834-B84E-A050-BBF0D1649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1" y="2578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Line 948">
              <a:extLst>
                <a:ext uri="{FF2B5EF4-FFF2-40B4-BE49-F238E27FC236}">
                  <a16:creationId xmlns:a16="http://schemas.microsoft.com/office/drawing/2014/main" id="{87B4CF51-530D-6E4F-B596-E1E3F944B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2552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Line 949">
              <a:extLst>
                <a:ext uri="{FF2B5EF4-FFF2-40B4-BE49-F238E27FC236}">
                  <a16:creationId xmlns:a16="http://schemas.microsoft.com/office/drawing/2014/main" id="{7DF91069-5B26-AA44-BC8D-100D89B94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2552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8" name="Line 950">
              <a:extLst>
                <a:ext uri="{FF2B5EF4-FFF2-40B4-BE49-F238E27FC236}">
                  <a16:creationId xmlns:a16="http://schemas.microsoft.com/office/drawing/2014/main" id="{7FC34928-B479-624D-9FC5-0DC9B3C7F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578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Line 951">
              <a:extLst>
                <a:ext uri="{FF2B5EF4-FFF2-40B4-BE49-F238E27FC236}">
                  <a16:creationId xmlns:a16="http://schemas.microsoft.com/office/drawing/2014/main" id="{4ADB7524-22EB-8745-8868-55686D068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4" y="2552"/>
              <a:ext cx="27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Line 952">
              <a:extLst>
                <a:ext uri="{FF2B5EF4-FFF2-40B4-BE49-F238E27FC236}">
                  <a16:creationId xmlns:a16="http://schemas.microsoft.com/office/drawing/2014/main" id="{D8502518-99D5-B44A-9474-605E4380A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2578"/>
              <a:ext cx="26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Line 953">
              <a:extLst>
                <a:ext uri="{FF2B5EF4-FFF2-40B4-BE49-F238E27FC236}">
                  <a16:creationId xmlns:a16="http://schemas.microsoft.com/office/drawing/2014/main" id="{30D9B42D-9829-3746-8747-523C5FBCC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4" y="2578"/>
              <a:ext cx="27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Line 954">
              <a:extLst>
                <a:ext uri="{FF2B5EF4-FFF2-40B4-BE49-F238E27FC236}">
                  <a16:creationId xmlns:a16="http://schemas.microsoft.com/office/drawing/2014/main" id="{2936DD28-9523-4945-BE9F-427724111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552"/>
              <a:ext cx="26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Line 955">
              <a:extLst>
                <a:ext uri="{FF2B5EF4-FFF2-40B4-BE49-F238E27FC236}">
                  <a16:creationId xmlns:a16="http://schemas.microsoft.com/office/drawing/2014/main" id="{D7644F91-60EB-F843-8DD4-CE9EAF752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552"/>
              <a:ext cx="1" cy="26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Line 956">
              <a:extLst>
                <a:ext uri="{FF2B5EF4-FFF2-40B4-BE49-F238E27FC236}">
                  <a16:creationId xmlns:a16="http://schemas.microsoft.com/office/drawing/2014/main" id="{43A489D5-6889-874E-97F3-54CC92EF9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2578"/>
              <a:ext cx="1" cy="27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5" name="Oval 957">
              <a:extLst>
                <a:ext uri="{FF2B5EF4-FFF2-40B4-BE49-F238E27FC236}">
                  <a16:creationId xmlns:a16="http://schemas.microsoft.com/office/drawing/2014/main" id="{AB371381-F6B4-0244-A02D-F4D1C6CBF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1437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36" name="Oval 958">
              <a:extLst>
                <a:ext uri="{FF2B5EF4-FFF2-40B4-BE49-F238E27FC236}">
                  <a16:creationId xmlns:a16="http://schemas.microsoft.com/office/drawing/2014/main" id="{4A0605BF-732C-C84C-A8EC-500DE375F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604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37" name="Oval 959">
              <a:extLst>
                <a:ext uri="{FF2B5EF4-FFF2-40B4-BE49-F238E27FC236}">
                  <a16:creationId xmlns:a16="http://schemas.microsoft.com/office/drawing/2014/main" id="{74FD8FC8-738B-2449-9A0E-C9C7024C0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736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38" name="Oval 960">
              <a:extLst>
                <a:ext uri="{FF2B5EF4-FFF2-40B4-BE49-F238E27FC236}">
                  <a16:creationId xmlns:a16="http://schemas.microsoft.com/office/drawing/2014/main" id="{E29959A1-B7BC-0E40-818D-0C6FBE05F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2745"/>
              <a:ext cx="52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39" name="Oval 961">
              <a:extLst>
                <a:ext uri="{FF2B5EF4-FFF2-40B4-BE49-F238E27FC236}">
                  <a16:creationId xmlns:a16="http://schemas.microsoft.com/office/drawing/2014/main" id="{5C63578A-9097-CD4A-8C0F-96A576798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754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0" name="Oval 962">
              <a:extLst>
                <a:ext uri="{FF2B5EF4-FFF2-40B4-BE49-F238E27FC236}">
                  <a16:creationId xmlns:a16="http://schemas.microsoft.com/office/drawing/2014/main" id="{C9B55AAA-900A-9848-8DD7-D0C3A92C6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2771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1" name="Oval 963">
              <a:extLst>
                <a:ext uri="{FF2B5EF4-FFF2-40B4-BE49-F238E27FC236}">
                  <a16:creationId xmlns:a16="http://schemas.microsoft.com/office/drawing/2014/main" id="{65050CDE-4B29-E74C-852E-695B568FC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" y="2789"/>
              <a:ext cx="52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2" name="Oval 964">
              <a:extLst>
                <a:ext uri="{FF2B5EF4-FFF2-40B4-BE49-F238E27FC236}">
                  <a16:creationId xmlns:a16="http://schemas.microsoft.com/office/drawing/2014/main" id="{E6913B5A-FF30-1E47-8C4D-04E0593E1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807"/>
              <a:ext cx="52" cy="52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3" name="Oval 965">
              <a:extLst>
                <a:ext uri="{FF2B5EF4-FFF2-40B4-BE49-F238E27FC236}">
                  <a16:creationId xmlns:a16="http://schemas.microsoft.com/office/drawing/2014/main" id="{FE350C38-7921-B94A-9140-E4C20583C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2824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4" name="Oval 966">
              <a:extLst>
                <a:ext uri="{FF2B5EF4-FFF2-40B4-BE49-F238E27FC236}">
                  <a16:creationId xmlns:a16="http://schemas.microsoft.com/office/drawing/2014/main" id="{F3A78958-4FCB-354B-A22B-F270FC880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850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5" name="Oval 967">
              <a:extLst>
                <a:ext uri="{FF2B5EF4-FFF2-40B4-BE49-F238E27FC236}">
                  <a16:creationId xmlns:a16="http://schemas.microsoft.com/office/drawing/2014/main" id="{BB410F80-CB95-5245-9098-ECBF491D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859"/>
              <a:ext cx="52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6" name="Oval 968">
              <a:extLst>
                <a:ext uri="{FF2B5EF4-FFF2-40B4-BE49-F238E27FC236}">
                  <a16:creationId xmlns:a16="http://schemas.microsoft.com/office/drawing/2014/main" id="{5A8698CE-74C3-DD49-A7E8-557479BFB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2877"/>
              <a:ext cx="53" cy="52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7" name="Oval 969">
              <a:extLst>
                <a:ext uri="{FF2B5EF4-FFF2-40B4-BE49-F238E27FC236}">
                  <a16:creationId xmlns:a16="http://schemas.microsoft.com/office/drawing/2014/main" id="{C5E7EEBA-9284-E74B-91DC-52F1CE5EA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886"/>
              <a:ext cx="53" cy="52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8" name="Oval 970">
              <a:extLst>
                <a:ext uri="{FF2B5EF4-FFF2-40B4-BE49-F238E27FC236}">
                  <a16:creationId xmlns:a16="http://schemas.microsoft.com/office/drawing/2014/main" id="{21209363-2870-F541-86A4-E5DED440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" y="2903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49" name="Oval 971">
              <a:extLst>
                <a:ext uri="{FF2B5EF4-FFF2-40B4-BE49-F238E27FC236}">
                  <a16:creationId xmlns:a16="http://schemas.microsoft.com/office/drawing/2014/main" id="{8A70586A-E7DF-A145-884F-AF0C1ED2E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2912"/>
              <a:ext cx="52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0" name="Oval 972">
              <a:extLst>
                <a:ext uri="{FF2B5EF4-FFF2-40B4-BE49-F238E27FC236}">
                  <a16:creationId xmlns:a16="http://schemas.microsoft.com/office/drawing/2014/main" id="{8FD454FC-EB6D-0D4B-836F-437A1370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2912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1" name="Oval 973">
              <a:extLst>
                <a:ext uri="{FF2B5EF4-FFF2-40B4-BE49-F238E27FC236}">
                  <a16:creationId xmlns:a16="http://schemas.microsoft.com/office/drawing/2014/main" id="{5EDBC962-9BA7-7949-993E-B8E117FAB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912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2" name="Oval 974">
              <a:extLst>
                <a:ext uri="{FF2B5EF4-FFF2-40B4-BE49-F238E27FC236}">
                  <a16:creationId xmlns:a16="http://schemas.microsoft.com/office/drawing/2014/main" id="{62715C92-8DCE-C041-BE1F-D5ADD9A61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" y="2921"/>
              <a:ext cx="52" cy="52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3" name="Oval 975">
              <a:extLst>
                <a:ext uri="{FF2B5EF4-FFF2-40B4-BE49-F238E27FC236}">
                  <a16:creationId xmlns:a16="http://schemas.microsoft.com/office/drawing/2014/main" id="{AB74FDDD-92E8-C94D-98CD-6C379EFA1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" y="2921"/>
              <a:ext cx="53" cy="52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4" name="Oval 976">
              <a:extLst>
                <a:ext uri="{FF2B5EF4-FFF2-40B4-BE49-F238E27FC236}">
                  <a16:creationId xmlns:a16="http://schemas.microsoft.com/office/drawing/2014/main" id="{D737876A-BE54-544F-99B5-F631CF094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2929"/>
              <a:ext cx="53" cy="53"/>
            </a:xfrm>
            <a:prstGeom prst="ellipse">
              <a:avLst/>
            </a:prstGeom>
            <a:solidFill>
              <a:srgbClr val="FF00FF"/>
            </a:solidFill>
            <a:ln w="142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55" name="Rectangle 977">
              <a:extLst>
                <a:ext uri="{FF2B5EF4-FFF2-40B4-BE49-F238E27FC236}">
                  <a16:creationId xmlns:a16="http://schemas.microsoft.com/office/drawing/2014/main" id="{97AB4053-9358-5F47-8135-9BC27629F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" y="3161"/>
              <a:ext cx="106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56" name="Rectangle 978">
              <a:extLst>
                <a:ext uri="{FF2B5EF4-FFF2-40B4-BE49-F238E27FC236}">
                  <a16:creationId xmlns:a16="http://schemas.microsoft.com/office/drawing/2014/main" id="{8812CF73-9976-324C-9A62-73B0CCEDE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2916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20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57" name="Rectangle 979">
              <a:extLst>
                <a:ext uri="{FF2B5EF4-FFF2-40B4-BE49-F238E27FC236}">
                  <a16:creationId xmlns:a16="http://schemas.microsoft.com/office/drawing/2014/main" id="{01FB0C09-0181-3542-9BC9-430CD62D7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2670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40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58" name="Rectangle 980">
              <a:extLst>
                <a:ext uri="{FF2B5EF4-FFF2-40B4-BE49-F238E27FC236}">
                  <a16:creationId xmlns:a16="http://schemas.microsoft.com/office/drawing/2014/main" id="{8DF38052-0B56-1645-AC92-0E6172086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2424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60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59" name="Rectangle 981">
              <a:extLst>
                <a:ext uri="{FF2B5EF4-FFF2-40B4-BE49-F238E27FC236}">
                  <a16:creationId xmlns:a16="http://schemas.microsoft.com/office/drawing/2014/main" id="{A799B95F-3D86-3E41-A1EC-64DCDEC27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2178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80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60" name="Rectangle 982">
              <a:extLst>
                <a:ext uri="{FF2B5EF4-FFF2-40B4-BE49-F238E27FC236}">
                  <a16:creationId xmlns:a16="http://schemas.microsoft.com/office/drawing/2014/main" id="{46C64B52-0F09-8D41-8910-3BAD684C9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" y="1924"/>
              <a:ext cx="211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100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61" name="Rectangle 983">
              <a:extLst>
                <a:ext uri="{FF2B5EF4-FFF2-40B4-BE49-F238E27FC236}">
                  <a16:creationId xmlns:a16="http://schemas.microsoft.com/office/drawing/2014/main" id="{10F2DC2E-19CA-9F42-A2F8-1423A1F64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" y="1678"/>
              <a:ext cx="211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120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62" name="Rectangle 984">
              <a:extLst>
                <a:ext uri="{FF2B5EF4-FFF2-40B4-BE49-F238E27FC236}">
                  <a16:creationId xmlns:a16="http://schemas.microsoft.com/office/drawing/2014/main" id="{83EFB58E-1C54-A64A-8A27-4F4D61425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" y="1432"/>
              <a:ext cx="211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140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63" name="Rectangle 985">
              <a:extLst>
                <a:ext uri="{FF2B5EF4-FFF2-40B4-BE49-F238E27FC236}">
                  <a16:creationId xmlns:a16="http://schemas.microsoft.com/office/drawing/2014/main" id="{7194AE89-9BE8-E24E-B8CD-B2B4AC993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" y="1187"/>
              <a:ext cx="211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160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pic>
          <p:nvPicPr>
            <p:cNvPr id="32964" name="Picture 986">
              <a:extLst>
                <a:ext uri="{FF2B5EF4-FFF2-40B4-BE49-F238E27FC236}">
                  <a16:creationId xmlns:a16="http://schemas.microsoft.com/office/drawing/2014/main" id="{84B73C20-7D66-BA40-96F0-0C70C044D3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" y="3289"/>
              <a:ext cx="141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65" name="Picture 987">
              <a:extLst>
                <a:ext uri="{FF2B5EF4-FFF2-40B4-BE49-F238E27FC236}">
                  <a16:creationId xmlns:a16="http://schemas.microsoft.com/office/drawing/2014/main" id="{DEA95901-0BBB-A642-9E2A-F855F6551A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" y="3289"/>
              <a:ext cx="140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66" name="Picture 988">
              <a:extLst>
                <a:ext uri="{FF2B5EF4-FFF2-40B4-BE49-F238E27FC236}">
                  <a16:creationId xmlns:a16="http://schemas.microsoft.com/office/drawing/2014/main" id="{850B98FC-0215-4544-AB01-09D94B18A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" y="3289"/>
              <a:ext cx="140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67" name="Picture 989">
              <a:extLst>
                <a:ext uri="{FF2B5EF4-FFF2-40B4-BE49-F238E27FC236}">
                  <a16:creationId xmlns:a16="http://schemas.microsoft.com/office/drawing/2014/main" id="{D97A99BD-1F6B-4E44-9B63-B534BEC0C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68" name="Picture 990">
              <a:extLst>
                <a:ext uri="{FF2B5EF4-FFF2-40B4-BE49-F238E27FC236}">
                  <a16:creationId xmlns:a16="http://schemas.microsoft.com/office/drawing/2014/main" id="{745D747F-3363-3544-9D74-19A16391C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69" name="Picture 991">
              <a:extLst>
                <a:ext uri="{FF2B5EF4-FFF2-40B4-BE49-F238E27FC236}">
                  <a16:creationId xmlns:a16="http://schemas.microsoft.com/office/drawing/2014/main" id="{AC916F69-F230-E849-9370-488EC90D2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2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0" name="Picture 992">
              <a:extLst>
                <a:ext uri="{FF2B5EF4-FFF2-40B4-BE49-F238E27FC236}">
                  <a16:creationId xmlns:a16="http://schemas.microsoft.com/office/drawing/2014/main" id="{F7103E5F-B3FA-C94F-A84D-A4F4397455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1" name="Picture 993">
              <a:extLst>
                <a:ext uri="{FF2B5EF4-FFF2-40B4-BE49-F238E27FC236}">
                  <a16:creationId xmlns:a16="http://schemas.microsoft.com/office/drawing/2014/main" id="{6D60C344-4277-4F41-9A26-885954C37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2" name="Picture 994">
              <a:extLst>
                <a:ext uri="{FF2B5EF4-FFF2-40B4-BE49-F238E27FC236}">
                  <a16:creationId xmlns:a16="http://schemas.microsoft.com/office/drawing/2014/main" id="{0C6E8056-411A-6F4F-A18F-C8F282A2EA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2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3" name="Picture 995">
              <a:extLst>
                <a:ext uri="{FF2B5EF4-FFF2-40B4-BE49-F238E27FC236}">
                  <a16:creationId xmlns:a16="http://schemas.microsoft.com/office/drawing/2014/main" id="{EC693F30-51C5-324B-BC68-71C8EEC3C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5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4" name="Picture 996">
              <a:extLst>
                <a:ext uri="{FF2B5EF4-FFF2-40B4-BE49-F238E27FC236}">
                  <a16:creationId xmlns:a16="http://schemas.microsoft.com/office/drawing/2014/main" id="{56732A01-C9AA-4345-A028-9536412B9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9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5" name="Picture 997">
              <a:extLst>
                <a:ext uri="{FF2B5EF4-FFF2-40B4-BE49-F238E27FC236}">
                  <a16:creationId xmlns:a16="http://schemas.microsoft.com/office/drawing/2014/main" id="{877C1E04-E313-4643-ABED-BB111C08B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6" name="Picture 998">
              <a:extLst>
                <a:ext uri="{FF2B5EF4-FFF2-40B4-BE49-F238E27FC236}">
                  <a16:creationId xmlns:a16="http://schemas.microsoft.com/office/drawing/2014/main" id="{C6F4469E-854A-7D4C-B731-35993D985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7" name="Picture 999">
              <a:extLst>
                <a:ext uri="{FF2B5EF4-FFF2-40B4-BE49-F238E27FC236}">
                  <a16:creationId xmlns:a16="http://schemas.microsoft.com/office/drawing/2014/main" id="{DBAED37B-5308-1445-BC5A-34EE80907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8" name="Picture 1000">
              <a:extLst>
                <a:ext uri="{FF2B5EF4-FFF2-40B4-BE49-F238E27FC236}">
                  <a16:creationId xmlns:a16="http://schemas.microsoft.com/office/drawing/2014/main" id="{CBDC917C-862A-BE4E-93B8-34495C68C9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79" name="Picture 1001">
              <a:extLst>
                <a:ext uri="{FF2B5EF4-FFF2-40B4-BE49-F238E27FC236}">
                  <a16:creationId xmlns:a16="http://schemas.microsoft.com/office/drawing/2014/main" id="{0F400A7A-6C61-4847-A3D0-0437B66E4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6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80" name="Picture 1002">
              <a:extLst>
                <a:ext uri="{FF2B5EF4-FFF2-40B4-BE49-F238E27FC236}">
                  <a16:creationId xmlns:a16="http://schemas.microsoft.com/office/drawing/2014/main" id="{37E1D285-514A-1648-8423-1A03731DA9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0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81" name="Picture 1003">
              <a:extLst>
                <a:ext uri="{FF2B5EF4-FFF2-40B4-BE49-F238E27FC236}">
                  <a16:creationId xmlns:a16="http://schemas.microsoft.com/office/drawing/2014/main" id="{423674A3-D60C-364D-8915-FD4BA62AB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82" name="Picture 1004">
              <a:extLst>
                <a:ext uri="{FF2B5EF4-FFF2-40B4-BE49-F238E27FC236}">
                  <a16:creationId xmlns:a16="http://schemas.microsoft.com/office/drawing/2014/main" id="{FC0697C5-F2CF-7C4F-A161-75B91D82F4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6" y="3289"/>
              <a:ext cx="18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83" name="Picture 1005">
              <a:extLst>
                <a:ext uri="{FF2B5EF4-FFF2-40B4-BE49-F238E27FC236}">
                  <a16:creationId xmlns:a16="http://schemas.microsoft.com/office/drawing/2014/main" id="{F9BF3E89-A864-D447-8E0D-BF93B6161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0" y="3289"/>
              <a:ext cx="1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984" name="Rectangle 1006">
              <a:extLst>
                <a:ext uri="{FF2B5EF4-FFF2-40B4-BE49-F238E27FC236}">
                  <a16:creationId xmlns:a16="http://schemas.microsoft.com/office/drawing/2014/main" id="{13B6A056-6929-8740-A161-C5CA194B3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" y="3512"/>
              <a:ext cx="790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>
                  <a:solidFill>
                    <a:srgbClr val="000000"/>
                  </a:solidFill>
                  <a:latin typeface="Geneva" panose="020B0503030404040204" pitchFamily="34" charset="0"/>
                </a:rPr>
                <a:t>matrix size (n)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pic>
          <p:nvPicPr>
            <p:cNvPr id="32985" name="Picture 1007">
              <a:extLst>
                <a:ext uri="{FF2B5EF4-FFF2-40B4-BE49-F238E27FC236}">
                  <a16:creationId xmlns:a16="http://schemas.microsoft.com/office/drawing/2014/main" id="{BEC1FD20-EFFA-FE4D-895B-D0A0B370D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" y="1911"/>
              <a:ext cx="106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986" name="Rectangle 1008">
              <a:extLst>
                <a:ext uri="{FF2B5EF4-FFF2-40B4-BE49-F238E27FC236}">
                  <a16:creationId xmlns:a16="http://schemas.microsoft.com/office/drawing/2014/main" id="{6FA8D2DC-E9A2-7D42-A77F-12A88B1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1850"/>
              <a:ext cx="387" cy="746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87" name="Line 1009">
              <a:extLst>
                <a:ext uri="{FF2B5EF4-FFF2-40B4-BE49-F238E27FC236}">
                  <a16:creationId xmlns:a16="http://schemas.microsoft.com/office/drawing/2014/main" id="{600C3754-CC9C-9746-8D21-F201BE63A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4" y="1920"/>
              <a:ext cx="202" cy="1"/>
            </a:xfrm>
            <a:prstGeom prst="line">
              <a:avLst/>
            </a:prstGeom>
            <a:noFill/>
            <a:ln w="14288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8" name="Freeform 1010">
              <a:extLst>
                <a:ext uri="{FF2B5EF4-FFF2-40B4-BE49-F238E27FC236}">
                  <a16:creationId xmlns:a16="http://schemas.microsoft.com/office/drawing/2014/main" id="{51D35F35-81E8-FA42-8AA8-B3A3807ED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1894"/>
              <a:ext cx="53" cy="53"/>
            </a:xfrm>
            <a:custGeom>
              <a:avLst/>
              <a:gdLst>
                <a:gd name="T0" fmla="*/ 26 w 53"/>
                <a:gd name="T1" fmla="*/ 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53"/>
                <a:gd name="T17" fmla="*/ 53 w 5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53">
                  <a:moveTo>
                    <a:pt x="26" y="0"/>
                  </a:moveTo>
                  <a:lnTo>
                    <a:pt x="53" y="26"/>
                  </a:lnTo>
                  <a:lnTo>
                    <a:pt x="26" y="53"/>
                  </a:lnTo>
                  <a:lnTo>
                    <a:pt x="0" y="2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89" name="Rectangle 1011">
              <a:extLst>
                <a:ext uri="{FF2B5EF4-FFF2-40B4-BE49-F238E27FC236}">
                  <a16:creationId xmlns:a16="http://schemas.microsoft.com/office/drawing/2014/main" id="{5C33D847-864C-784A-8786-BC84B7AEA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1862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ijk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90" name="Line 1012">
              <a:extLst>
                <a:ext uri="{FF2B5EF4-FFF2-40B4-BE49-F238E27FC236}">
                  <a16:creationId xmlns:a16="http://schemas.microsoft.com/office/drawing/2014/main" id="{CC57CAF7-0547-1B48-965B-065E13018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4" y="2043"/>
              <a:ext cx="202" cy="1"/>
            </a:xfrm>
            <a:prstGeom prst="line">
              <a:avLst/>
            </a:prstGeom>
            <a:noFill/>
            <a:ln w="1428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1" name="Rectangle 1013">
              <a:extLst>
                <a:ext uri="{FF2B5EF4-FFF2-40B4-BE49-F238E27FC236}">
                  <a16:creationId xmlns:a16="http://schemas.microsoft.com/office/drawing/2014/main" id="{64AD377E-1922-3244-A648-39CEBCE98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4" y="2017"/>
              <a:ext cx="53" cy="52"/>
            </a:xfrm>
            <a:prstGeom prst="rect">
              <a:avLst/>
            </a:prstGeom>
            <a:solidFill>
              <a:srgbClr val="FFFF00"/>
            </a:solidFill>
            <a:ln w="14288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992" name="Rectangle 1014">
              <a:extLst>
                <a:ext uri="{FF2B5EF4-FFF2-40B4-BE49-F238E27FC236}">
                  <a16:creationId xmlns:a16="http://schemas.microsoft.com/office/drawing/2014/main" id="{CF38637C-8B0C-3746-B690-7E49084EB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1985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ikj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32993" name="Line 1015">
              <a:extLst>
                <a:ext uri="{FF2B5EF4-FFF2-40B4-BE49-F238E27FC236}">
                  <a16:creationId xmlns:a16="http://schemas.microsoft.com/office/drawing/2014/main" id="{1438B8E3-ECE1-BA46-9DF7-543FF1FB9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4" y="2166"/>
              <a:ext cx="202" cy="1"/>
            </a:xfrm>
            <a:prstGeom prst="line">
              <a:avLst/>
            </a:prstGeom>
            <a:noFill/>
            <a:ln w="14288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4" name="Freeform 1016">
              <a:extLst>
                <a:ext uri="{FF2B5EF4-FFF2-40B4-BE49-F238E27FC236}">
                  <a16:creationId xmlns:a16="http://schemas.microsoft.com/office/drawing/2014/main" id="{09E1C806-F38B-FC42-BD9E-417BEFB7C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140"/>
              <a:ext cx="53" cy="52"/>
            </a:xfrm>
            <a:custGeom>
              <a:avLst/>
              <a:gdLst>
                <a:gd name="T0" fmla="*/ 26 w 53"/>
                <a:gd name="T1" fmla="*/ 0 h 52"/>
                <a:gd name="T2" fmla="*/ 53 w 53"/>
                <a:gd name="T3" fmla="*/ 52 h 52"/>
                <a:gd name="T4" fmla="*/ 0 w 53"/>
                <a:gd name="T5" fmla="*/ 52 h 52"/>
                <a:gd name="T6" fmla="*/ 26 w 53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52"/>
                <a:gd name="T14" fmla="*/ 53 w 5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52">
                  <a:moveTo>
                    <a:pt x="26" y="0"/>
                  </a:moveTo>
                  <a:lnTo>
                    <a:pt x="53" y="52"/>
                  </a:lnTo>
                  <a:lnTo>
                    <a:pt x="0" y="5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FF00"/>
            </a:solidFill>
            <a:ln w="14288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95" name="Rectangle 1017">
              <a:extLst>
                <a:ext uri="{FF2B5EF4-FFF2-40B4-BE49-F238E27FC236}">
                  <a16:creationId xmlns:a16="http://schemas.microsoft.com/office/drawing/2014/main" id="{DF1C1B85-E6E0-BE4B-AC74-19B69B1C9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108"/>
              <a:ext cx="158" cy="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 b="0">
                  <a:solidFill>
                    <a:srgbClr val="000000"/>
                  </a:solidFill>
                  <a:latin typeface="Geneva" panose="020B0503030404040204" pitchFamily="34" charset="0"/>
                </a:rPr>
                <a:t>jik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</p:grpSp>
      <p:sp>
        <p:nvSpPr>
          <p:cNvPr id="32773" name="Line 1019">
            <a:extLst>
              <a:ext uri="{FF2B5EF4-FFF2-40B4-BE49-F238E27FC236}">
                <a16:creationId xmlns:a16="http://schemas.microsoft.com/office/drawing/2014/main" id="{EB4037D9-9BF2-9F43-BD2D-D25565C33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0" y="3633788"/>
            <a:ext cx="320675" cy="1587"/>
          </a:xfrm>
          <a:prstGeom prst="line">
            <a:avLst/>
          </a:prstGeom>
          <a:noFill/>
          <a:ln w="1428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1020">
            <a:extLst>
              <a:ext uri="{FF2B5EF4-FFF2-40B4-BE49-F238E27FC236}">
                <a16:creationId xmlns:a16="http://schemas.microsoft.com/office/drawing/2014/main" id="{09AB76AC-7E88-EA49-9D0D-16627C266C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43775" y="3590925"/>
            <a:ext cx="41275" cy="42863"/>
          </a:xfrm>
          <a:prstGeom prst="line">
            <a:avLst/>
          </a:prstGeom>
          <a:noFill/>
          <a:ln w="1428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1021">
            <a:extLst>
              <a:ext uri="{FF2B5EF4-FFF2-40B4-BE49-F238E27FC236}">
                <a16:creationId xmlns:a16="http://schemas.microsoft.com/office/drawing/2014/main" id="{1486A710-FE6B-E641-9574-A91315076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5050" y="3633788"/>
            <a:ext cx="42863" cy="41275"/>
          </a:xfrm>
          <a:prstGeom prst="line">
            <a:avLst/>
          </a:prstGeom>
          <a:noFill/>
          <a:ln w="1428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1022">
            <a:extLst>
              <a:ext uri="{FF2B5EF4-FFF2-40B4-BE49-F238E27FC236}">
                <a16:creationId xmlns:a16="http://schemas.microsoft.com/office/drawing/2014/main" id="{24118652-6794-184F-91CB-ABB0FCB5D7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3775" y="3633788"/>
            <a:ext cx="41275" cy="41275"/>
          </a:xfrm>
          <a:prstGeom prst="line">
            <a:avLst/>
          </a:prstGeom>
          <a:noFill/>
          <a:ln w="1428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1023">
            <a:extLst>
              <a:ext uri="{FF2B5EF4-FFF2-40B4-BE49-F238E27FC236}">
                <a16:creationId xmlns:a16="http://schemas.microsoft.com/office/drawing/2014/main" id="{B1DF572B-FE88-1C4E-B366-0816601FF3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85050" y="3590925"/>
            <a:ext cx="42863" cy="42863"/>
          </a:xfrm>
          <a:prstGeom prst="line">
            <a:avLst/>
          </a:prstGeom>
          <a:noFill/>
          <a:ln w="1428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Rectangle 1024">
            <a:extLst>
              <a:ext uri="{FF2B5EF4-FFF2-40B4-BE49-F238E27FC236}">
                <a16:creationId xmlns:a16="http://schemas.microsoft.com/office/drawing/2014/main" id="{A80A99AC-D7E7-B04F-84D1-FFF124DA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950" y="3541713"/>
            <a:ext cx="250825" cy="12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rgbClr val="000000"/>
                </a:solidFill>
                <a:latin typeface="Geneva" panose="020B0503030404040204" pitchFamily="34" charset="0"/>
              </a:rPr>
              <a:t>jki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2779" name="Line 1025">
            <a:extLst>
              <a:ext uri="{FF2B5EF4-FFF2-40B4-BE49-F238E27FC236}">
                <a16:creationId xmlns:a16="http://schemas.microsoft.com/office/drawing/2014/main" id="{B42EFA77-A28C-2940-A29D-D6FE659CD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0" y="3829050"/>
            <a:ext cx="320675" cy="1588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026">
            <a:extLst>
              <a:ext uri="{FF2B5EF4-FFF2-40B4-BE49-F238E27FC236}">
                <a16:creationId xmlns:a16="http://schemas.microsoft.com/office/drawing/2014/main" id="{1A1222AF-DA97-0248-9FA8-7CD1DE0CC0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43775" y="3786188"/>
            <a:ext cx="41275" cy="42862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027">
            <a:extLst>
              <a:ext uri="{FF2B5EF4-FFF2-40B4-BE49-F238E27FC236}">
                <a16:creationId xmlns:a16="http://schemas.microsoft.com/office/drawing/2014/main" id="{3E866BF5-C336-4640-A24D-0FD8DDFFB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5050" y="3829050"/>
            <a:ext cx="42863" cy="41275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Line 1028">
            <a:extLst>
              <a:ext uri="{FF2B5EF4-FFF2-40B4-BE49-F238E27FC236}">
                <a16:creationId xmlns:a16="http://schemas.microsoft.com/office/drawing/2014/main" id="{BE7D3EBF-A306-5F41-A165-EA0CD47B1C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3775" y="3829050"/>
            <a:ext cx="41275" cy="41275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Line 1029">
            <a:extLst>
              <a:ext uri="{FF2B5EF4-FFF2-40B4-BE49-F238E27FC236}">
                <a16:creationId xmlns:a16="http://schemas.microsoft.com/office/drawing/2014/main" id="{F08B8189-5F84-E54B-BB36-F1B2BE44A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85050" y="3786188"/>
            <a:ext cx="42863" cy="42862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1030">
            <a:extLst>
              <a:ext uri="{FF2B5EF4-FFF2-40B4-BE49-F238E27FC236}">
                <a16:creationId xmlns:a16="http://schemas.microsoft.com/office/drawing/2014/main" id="{DD1E73C6-2F59-0D48-AE85-874A69616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85050" y="3786188"/>
            <a:ext cx="1588" cy="42862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1031">
            <a:extLst>
              <a:ext uri="{FF2B5EF4-FFF2-40B4-BE49-F238E27FC236}">
                <a16:creationId xmlns:a16="http://schemas.microsoft.com/office/drawing/2014/main" id="{028FE96B-E79E-8B46-A3B0-C6F39EB85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5050" y="3829050"/>
            <a:ext cx="1588" cy="41275"/>
          </a:xfrm>
          <a:prstGeom prst="line">
            <a:avLst/>
          </a:prstGeom>
          <a:noFill/>
          <a:ln w="14288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Rectangle 1032">
            <a:extLst>
              <a:ext uri="{FF2B5EF4-FFF2-40B4-BE49-F238E27FC236}">
                <a16:creationId xmlns:a16="http://schemas.microsoft.com/office/drawing/2014/main" id="{B823D2D7-062B-E346-86C1-3A3BAC99E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950" y="3736975"/>
            <a:ext cx="250825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rgbClr val="000000"/>
                </a:solidFill>
                <a:latin typeface="Geneva" panose="020B0503030404040204" pitchFamily="34" charset="0"/>
              </a:rPr>
              <a:t>kij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2787" name="Line 1033">
            <a:extLst>
              <a:ext uri="{FF2B5EF4-FFF2-40B4-BE49-F238E27FC236}">
                <a16:creationId xmlns:a16="http://schemas.microsoft.com/office/drawing/2014/main" id="{A7984EC6-466B-D34C-BB2A-D2C2EAACF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0" y="4024313"/>
            <a:ext cx="320675" cy="1587"/>
          </a:xfrm>
          <a:prstGeom prst="line">
            <a:avLst/>
          </a:prstGeom>
          <a:noFill/>
          <a:ln w="14288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Oval 1034">
            <a:extLst>
              <a:ext uri="{FF2B5EF4-FFF2-40B4-BE49-F238E27FC236}">
                <a16:creationId xmlns:a16="http://schemas.microsoft.com/office/drawing/2014/main" id="{2C271A00-C46F-D341-B0AD-1F1C727FC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3981450"/>
            <a:ext cx="84138" cy="84138"/>
          </a:xfrm>
          <a:prstGeom prst="ellipse">
            <a:avLst/>
          </a:prstGeom>
          <a:solidFill>
            <a:srgbClr val="FF00FF"/>
          </a:solidFill>
          <a:ln w="14288">
            <a:solidFill>
              <a:srgbClr val="FF00FF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2789" name="Rectangle 1035">
            <a:extLst>
              <a:ext uri="{FF2B5EF4-FFF2-40B4-BE49-F238E27FC236}">
                <a16:creationId xmlns:a16="http://schemas.microsoft.com/office/drawing/2014/main" id="{2A28A2F2-8434-C648-BA02-BF5595035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950" y="3932238"/>
            <a:ext cx="250825" cy="12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rgbClr val="000000"/>
                </a:solidFill>
                <a:latin typeface="Geneva" panose="020B0503030404040204" pitchFamily="34" charset="0"/>
              </a:rPr>
              <a:t>kji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2790" name="Rectangle 1036">
            <a:extLst>
              <a:ext uri="{FF2B5EF4-FFF2-40B4-BE49-F238E27FC236}">
                <a16:creationId xmlns:a16="http://schemas.microsoft.com/office/drawing/2014/main" id="{AE909093-EC5C-0E43-8948-40A22637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459663" cy="4165600"/>
          </a:xfrm>
          <a:prstGeom prst="rect">
            <a:avLst/>
          </a:prstGeom>
          <a:noFill/>
          <a:ln w="1428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24" name="Rectangle 1037">
            <a:extLst>
              <a:ext uri="{FF2B5EF4-FFF2-40B4-BE49-F238E27FC236}">
                <a16:creationId xmlns:a16="http://schemas.microsoft.com/office/drawing/2014/main" id="{0276252C-83B2-A94D-96C3-8600F139B1E9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>
                <a:latin typeface="+mj-lt"/>
                <a:ea typeface="+mj-ea"/>
                <a:cs typeface="+mj-cs"/>
              </a:rPr>
              <a:t>Matmult</a:t>
            </a:r>
            <a:r>
              <a:rPr lang="en-US" sz="4400" dirty="0">
                <a:latin typeface="+mj-lt"/>
                <a:ea typeface="+mj-ea"/>
                <a:cs typeface="+mj-cs"/>
              </a:rPr>
              <a:t> Performance </a:t>
            </a:r>
            <a:r>
              <a:rPr lang="en-US" sz="4400" b="0" dirty="0">
                <a:latin typeface="+mj-lt"/>
                <a:ea typeface="+mj-ea"/>
                <a:cs typeface="+mj-cs"/>
              </a:rPr>
              <a:t>(Alpha 21164)</a:t>
            </a:r>
          </a:p>
        </p:txBody>
      </p:sp>
      <p:sp>
        <p:nvSpPr>
          <p:cNvPr id="32792" name="Line 8">
            <a:extLst>
              <a:ext uri="{FF2B5EF4-FFF2-40B4-BE49-F238E27FC236}">
                <a16:creationId xmlns:a16="http://schemas.microsoft.com/office/drawing/2014/main" id="{C08CC470-B032-D345-B8F8-576BCD5195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1460500"/>
            <a:ext cx="1066800" cy="233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Rectangle 9">
            <a:extLst>
              <a:ext uri="{FF2B5EF4-FFF2-40B4-BE49-F238E27FC236}">
                <a16:creationId xmlns:a16="http://schemas.microsoft.com/office/drawing/2014/main" id="{0B2429A9-6294-0A40-B2C5-D210EA0B2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1166813"/>
            <a:ext cx="18351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 b="0">
                <a:latin typeface="Arial" panose="020B0604020202020204" pitchFamily="34" charset="0"/>
              </a:rPr>
              <a:t>Too big for L1 Cache</a:t>
            </a:r>
          </a:p>
        </p:txBody>
      </p:sp>
      <p:sp>
        <p:nvSpPr>
          <p:cNvPr id="32794" name="Rectangle 10">
            <a:extLst>
              <a:ext uri="{FF2B5EF4-FFF2-40B4-BE49-F238E27FC236}">
                <a16:creationId xmlns:a16="http://schemas.microsoft.com/office/drawing/2014/main" id="{C95C6BD9-B127-1540-AE2D-A94A0F2F7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166813"/>
            <a:ext cx="18351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 b="0">
                <a:latin typeface="Arial" panose="020B0604020202020204" pitchFamily="34" charset="0"/>
              </a:rPr>
              <a:t>Too big for L2 Cache</a:t>
            </a:r>
          </a:p>
        </p:txBody>
      </p:sp>
      <p:sp>
        <p:nvSpPr>
          <p:cNvPr id="32795" name="Line 11">
            <a:extLst>
              <a:ext uri="{FF2B5EF4-FFF2-40B4-BE49-F238E27FC236}">
                <a16:creationId xmlns:a16="http://schemas.microsoft.com/office/drawing/2014/main" id="{36F67F57-4C71-544D-BC67-B74FB5A5C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460500"/>
            <a:ext cx="1066800" cy="233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4">
            <a:extLst>
              <a:ext uri="{FF2B5EF4-FFF2-40B4-BE49-F238E27FC236}">
                <a16:creationId xmlns:a16="http://schemas.microsoft.com/office/drawing/2014/main" id="{AE6800CF-FECD-8A46-BAB9-64D1FB76A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000">
                <a:latin typeface="Calibri" panose="020F0502020204030204" pitchFamily="34" charset="0"/>
              </a:rPr>
              <a:t>Compilation System</a:t>
            </a:r>
          </a:p>
        </p:txBody>
      </p:sp>
      <p:sp>
        <p:nvSpPr>
          <p:cNvPr id="35842" name="Text Box 3">
            <a:extLst>
              <a:ext uri="{FF2B5EF4-FFF2-40B4-BE49-F238E27FC236}">
                <a16:creationId xmlns:a16="http://schemas.microsoft.com/office/drawing/2014/main" id="{75AA6DD1-509D-354B-9CD0-4A649451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57400"/>
            <a:ext cx="7658100" cy="1477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Courier New" panose="02070309020205020404" pitchFamily="49" charset="0"/>
              </a:rPr>
              <a:t>#include &lt;stdio.h&gt;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Int main()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    printf(</a:t>
            </a:r>
            <a:r>
              <a:rPr lang="ja-JP" altLang="en-US" sz="1800">
                <a:latin typeface="Courier New" panose="02070309020205020404" pitchFamily="49" charset="0"/>
              </a:rPr>
              <a:t>“</a:t>
            </a:r>
            <a:r>
              <a:rPr lang="en-US" altLang="ja-JP" sz="1800">
                <a:latin typeface="Courier New" panose="02070309020205020404" pitchFamily="49" charset="0"/>
              </a:rPr>
              <a:t>hello, world\n</a:t>
            </a:r>
            <a:r>
              <a:rPr lang="ja-JP" altLang="en-US" sz="1800">
                <a:latin typeface="Courier New" panose="02070309020205020404" pitchFamily="49" charset="0"/>
              </a:rPr>
              <a:t>”</a:t>
            </a:r>
            <a:r>
              <a:rPr lang="en-US" altLang="ja-JP" sz="1800">
                <a:latin typeface="Courier New" panose="02070309020205020404" pitchFamily="49" charset="0"/>
              </a:rPr>
              <a:t>);</a:t>
            </a:r>
          </a:p>
          <a:p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E79526A6-52A1-C548-844A-B933E448A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229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4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 sz="22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 sz="2000"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ts val="600"/>
              </a:spcBef>
              <a:buClr>
                <a:srgbClr val="215D7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2" charset="2"/>
              <a:buChar char=""/>
              <a:defRPr>
                <a:solidFill>
                  <a:srgbClr val="595959"/>
                </a:solidFill>
                <a:latin typeface="News Gothic MT" panose="020B0503020103020203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latin typeface="Calibri" panose="020F0502020204030204" pitchFamily="34" charset="0"/>
              </a:rPr>
              <a:t>Hello program</a:t>
            </a:r>
          </a:p>
          <a:p>
            <a:endParaRPr lang="en-US" altLang="en-US">
              <a:latin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</a:endParaRPr>
          </a:p>
          <a:p>
            <a:pPr lvl="1"/>
            <a:r>
              <a:rPr lang="en-US" altLang="en-US">
                <a:latin typeface="Calibri" panose="020F0502020204030204" pitchFamily="34" charset="0"/>
              </a:rPr>
              <a:t>Compile</a:t>
            </a:r>
          </a:p>
          <a:p>
            <a:pPr lvl="2"/>
            <a:r>
              <a:rPr lang="en-US" altLang="en-US">
                <a:latin typeface="Calibri" panose="020F0502020204030204" pitchFamily="34" charset="0"/>
              </a:rPr>
              <a:t>gcc –o hello hello.c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79">
            <a:extLst>
              <a:ext uri="{FF2B5EF4-FFF2-40B4-BE49-F238E27FC236}">
                <a16:creationId xmlns:a16="http://schemas.microsoft.com/office/drawing/2014/main" id="{FBD2AC94-6B2F-534B-9F3F-E8DC05450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560638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Pre-</a:t>
            </a:r>
          </a:p>
          <a:p>
            <a:r>
              <a:rPr lang="en-US" altLang="en-US" sz="1400"/>
              <a:t>processor</a:t>
            </a:r>
          </a:p>
          <a:p>
            <a:r>
              <a:rPr lang="en-US" altLang="en-US" sz="1400"/>
              <a:t>(</a:t>
            </a:r>
            <a:r>
              <a:rPr lang="en-US" altLang="en-US" sz="1400">
                <a:latin typeface="Courier New" panose="02070309020205020404" pitchFamily="49" charset="0"/>
              </a:rPr>
              <a:t>cpp</a:t>
            </a:r>
            <a:r>
              <a:rPr lang="en-US" altLang="en-US" sz="1400"/>
              <a:t>)</a:t>
            </a:r>
          </a:p>
        </p:txBody>
      </p:sp>
      <p:sp>
        <p:nvSpPr>
          <p:cNvPr id="36866" name="Line 382">
            <a:extLst>
              <a:ext uri="{FF2B5EF4-FFF2-40B4-BE49-F238E27FC236}">
                <a16:creationId xmlns:a16="http://schemas.microsoft.com/office/drawing/2014/main" id="{207B1B69-E1C0-F140-9E53-FFEA89D15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0178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Text Box 383">
            <a:extLst>
              <a:ext uri="{FF2B5EF4-FFF2-40B4-BE49-F238E27FC236}">
                <a16:creationId xmlns:a16="http://schemas.microsoft.com/office/drawing/2014/main" id="{83EAC12D-73FE-9F4E-8FD7-3E15F47F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743200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hello.i</a:t>
            </a:r>
          </a:p>
        </p:txBody>
      </p:sp>
      <p:sp>
        <p:nvSpPr>
          <p:cNvPr id="36868" name="Rectangle 390">
            <a:extLst>
              <a:ext uri="{FF2B5EF4-FFF2-40B4-BE49-F238E27FC236}">
                <a16:creationId xmlns:a16="http://schemas.microsoft.com/office/drawing/2014/main" id="{42DD7079-43AA-444D-9C58-394B46880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60638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 Compiler</a:t>
            </a:r>
          </a:p>
          <a:p>
            <a:r>
              <a:rPr lang="en-US" altLang="en-US" sz="1400"/>
              <a:t>(</a:t>
            </a:r>
            <a:r>
              <a:rPr lang="en-US" altLang="en-US" sz="1400">
                <a:latin typeface="Courier New" panose="02070309020205020404" pitchFamily="49" charset="0"/>
              </a:rPr>
              <a:t>cc1</a:t>
            </a:r>
            <a:r>
              <a:rPr lang="en-US" altLang="en-US" sz="1400"/>
              <a:t>)</a:t>
            </a:r>
          </a:p>
        </p:txBody>
      </p:sp>
      <p:sp>
        <p:nvSpPr>
          <p:cNvPr id="36869" name="Line 391">
            <a:extLst>
              <a:ext uri="{FF2B5EF4-FFF2-40B4-BE49-F238E27FC236}">
                <a16:creationId xmlns:a16="http://schemas.microsoft.com/office/drawing/2014/main" id="{FD9B66A3-99FE-474A-83D8-79534686A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0178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392">
            <a:extLst>
              <a:ext uri="{FF2B5EF4-FFF2-40B4-BE49-F238E27FC236}">
                <a16:creationId xmlns:a16="http://schemas.microsoft.com/office/drawing/2014/main" id="{993F1FEC-2584-6749-810B-0E7C37A0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743200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hello.s</a:t>
            </a:r>
          </a:p>
        </p:txBody>
      </p:sp>
      <p:sp>
        <p:nvSpPr>
          <p:cNvPr id="36871" name="Rectangle 393">
            <a:extLst>
              <a:ext uri="{FF2B5EF4-FFF2-40B4-BE49-F238E27FC236}">
                <a16:creationId xmlns:a16="http://schemas.microsoft.com/office/drawing/2014/main" id="{396B703D-B82D-F543-90F2-FD710334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560638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Assembler</a:t>
            </a:r>
          </a:p>
          <a:p>
            <a:r>
              <a:rPr lang="en-US" altLang="en-US" sz="1400"/>
              <a:t>(</a:t>
            </a:r>
            <a:r>
              <a:rPr lang="en-US" altLang="en-US" sz="1400">
                <a:latin typeface="Courier New" panose="02070309020205020404" pitchFamily="49" charset="0"/>
              </a:rPr>
              <a:t>as</a:t>
            </a:r>
            <a:r>
              <a:rPr lang="en-US" altLang="en-US" sz="1400"/>
              <a:t>)</a:t>
            </a:r>
          </a:p>
        </p:txBody>
      </p:sp>
      <p:sp>
        <p:nvSpPr>
          <p:cNvPr id="36872" name="Line 394">
            <a:extLst>
              <a:ext uri="{FF2B5EF4-FFF2-40B4-BE49-F238E27FC236}">
                <a16:creationId xmlns:a16="http://schemas.microsoft.com/office/drawing/2014/main" id="{434DF99B-AFE5-E543-A78C-6EB4947FE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0178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Text Box 395">
            <a:extLst>
              <a:ext uri="{FF2B5EF4-FFF2-40B4-BE49-F238E27FC236}">
                <a16:creationId xmlns:a16="http://schemas.microsoft.com/office/drawing/2014/main" id="{DD43FEAA-9883-A64B-B4DF-31698A090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hello.o</a:t>
            </a:r>
          </a:p>
        </p:txBody>
      </p:sp>
      <p:sp>
        <p:nvSpPr>
          <p:cNvPr id="36874" name="Rectangle 396">
            <a:extLst>
              <a:ext uri="{FF2B5EF4-FFF2-40B4-BE49-F238E27FC236}">
                <a16:creationId xmlns:a16="http://schemas.microsoft.com/office/drawing/2014/main" id="{D68BDFF1-449E-CB43-B2AA-D5C39B67E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560638"/>
            <a:ext cx="914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Linker</a:t>
            </a:r>
          </a:p>
          <a:p>
            <a:r>
              <a:rPr lang="en-US" altLang="en-US" sz="1400"/>
              <a:t>(</a:t>
            </a:r>
            <a:r>
              <a:rPr lang="en-US" altLang="en-US" sz="1400">
                <a:latin typeface="Courier New" panose="02070309020205020404" pitchFamily="49" charset="0"/>
              </a:rPr>
              <a:t>ld</a:t>
            </a:r>
            <a:r>
              <a:rPr lang="en-US" altLang="en-US" sz="1400"/>
              <a:t>)</a:t>
            </a:r>
          </a:p>
        </p:txBody>
      </p:sp>
      <p:sp>
        <p:nvSpPr>
          <p:cNvPr id="36875" name="Line 397">
            <a:extLst>
              <a:ext uri="{FF2B5EF4-FFF2-40B4-BE49-F238E27FC236}">
                <a16:creationId xmlns:a16="http://schemas.microsoft.com/office/drawing/2014/main" id="{6453B618-E150-9544-A1DD-6854D905D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0178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398">
            <a:extLst>
              <a:ext uri="{FF2B5EF4-FFF2-40B4-BE49-F238E27FC236}">
                <a16:creationId xmlns:a16="http://schemas.microsoft.com/office/drawing/2014/main" id="{1B18839E-F1D1-3345-A666-C01621585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0675" y="2743200"/>
            <a:ext cx="644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hello</a:t>
            </a:r>
          </a:p>
        </p:txBody>
      </p:sp>
      <p:sp>
        <p:nvSpPr>
          <p:cNvPr id="36877" name="Line 399">
            <a:extLst>
              <a:ext uri="{FF2B5EF4-FFF2-40B4-BE49-F238E27FC236}">
                <a16:creationId xmlns:a16="http://schemas.microsoft.com/office/drawing/2014/main" id="{5817AD16-3FB1-874F-AC28-C608C26C3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017838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Text Box 400">
            <a:extLst>
              <a:ext uri="{FF2B5EF4-FFF2-40B4-BE49-F238E27FC236}">
                <a16:creationId xmlns:a16="http://schemas.microsoft.com/office/drawing/2014/main" id="{8D4EB7DC-1D94-C340-8158-002CC9FB5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43200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hello.c</a:t>
            </a:r>
          </a:p>
        </p:txBody>
      </p:sp>
      <p:sp>
        <p:nvSpPr>
          <p:cNvPr id="36879" name="Text Box 401">
            <a:extLst>
              <a:ext uri="{FF2B5EF4-FFF2-40B4-BE49-F238E27FC236}">
                <a16:creationId xmlns:a16="http://schemas.microsoft.com/office/drawing/2014/main" id="{3CAD5F5B-E95A-C04E-8CCB-F02B4F095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3170238"/>
            <a:ext cx="7493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latin typeface="Helvetica" pitchFamily="2" charset="0"/>
              </a:rPr>
              <a:t>Source</a:t>
            </a:r>
          </a:p>
          <a:p>
            <a:r>
              <a:rPr lang="en-US" altLang="en-US" sz="1200" i="1">
                <a:latin typeface="Helvetica" pitchFamily="2" charset="0"/>
              </a:rPr>
              <a:t>program</a:t>
            </a:r>
          </a:p>
          <a:p>
            <a:r>
              <a:rPr lang="en-US" altLang="en-US" sz="1200" i="1">
                <a:latin typeface="Helvetica" pitchFamily="2" charset="0"/>
              </a:rPr>
              <a:t>(text)</a:t>
            </a:r>
          </a:p>
        </p:txBody>
      </p:sp>
      <p:sp>
        <p:nvSpPr>
          <p:cNvPr id="36880" name="Text Box 402">
            <a:extLst>
              <a:ext uri="{FF2B5EF4-FFF2-40B4-BE49-F238E27FC236}">
                <a16:creationId xmlns:a16="http://schemas.microsoft.com/office/drawing/2014/main" id="{4B044C48-C30A-B642-8C1F-E42397AEA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186113"/>
            <a:ext cx="7572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latin typeface="Helvetica" pitchFamily="2" charset="0"/>
              </a:rPr>
              <a:t>Modified</a:t>
            </a:r>
          </a:p>
          <a:p>
            <a:r>
              <a:rPr lang="en-US" altLang="en-US" sz="1200" i="1">
                <a:latin typeface="Helvetica" pitchFamily="2" charset="0"/>
              </a:rPr>
              <a:t>source</a:t>
            </a:r>
          </a:p>
          <a:p>
            <a:r>
              <a:rPr lang="en-US" altLang="en-US" sz="1200" i="1">
                <a:latin typeface="Helvetica" pitchFamily="2" charset="0"/>
              </a:rPr>
              <a:t>program</a:t>
            </a:r>
          </a:p>
          <a:p>
            <a:r>
              <a:rPr lang="en-US" altLang="en-US" sz="1200" i="1">
                <a:latin typeface="Helvetica" pitchFamily="2" charset="0"/>
              </a:rPr>
              <a:t>(text)</a:t>
            </a:r>
          </a:p>
        </p:txBody>
      </p:sp>
      <p:sp>
        <p:nvSpPr>
          <p:cNvPr id="36881" name="Text Box 403">
            <a:extLst>
              <a:ext uri="{FF2B5EF4-FFF2-40B4-BE49-F238E27FC236}">
                <a16:creationId xmlns:a16="http://schemas.microsoft.com/office/drawing/2014/main" id="{6E447987-D63A-6C43-A7CB-554F2C39E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3170238"/>
            <a:ext cx="842963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latin typeface="Helvetica" pitchFamily="2" charset="0"/>
              </a:rPr>
              <a:t>Assembly</a:t>
            </a:r>
          </a:p>
          <a:p>
            <a:r>
              <a:rPr lang="en-US" altLang="en-US" sz="1200" i="1">
                <a:latin typeface="Helvetica" pitchFamily="2" charset="0"/>
              </a:rPr>
              <a:t>program</a:t>
            </a:r>
          </a:p>
          <a:p>
            <a:r>
              <a:rPr lang="en-US" altLang="en-US" sz="1200" i="1">
                <a:latin typeface="Helvetica" pitchFamily="2" charset="0"/>
              </a:rPr>
              <a:t>(text)</a:t>
            </a:r>
          </a:p>
        </p:txBody>
      </p:sp>
      <p:sp>
        <p:nvSpPr>
          <p:cNvPr id="36882" name="Text Box 404">
            <a:extLst>
              <a:ext uri="{FF2B5EF4-FFF2-40B4-BE49-F238E27FC236}">
                <a16:creationId xmlns:a16="http://schemas.microsoft.com/office/drawing/2014/main" id="{A083DAE7-114D-994E-B334-267C82FD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3186113"/>
            <a:ext cx="9842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latin typeface="Helvetica" pitchFamily="2" charset="0"/>
              </a:rPr>
              <a:t>Relocatable</a:t>
            </a:r>
          </a:p>
          <a:p>
            <a:r>
              <a:rPr lang="en-US" altLang="en-US" sz="1200" i="1">
                <a:latin typeface="Helvetica" pitchFamily="2" charset="0"/>
              </a:rPr>
              <a:t>object</a:t>
            </a:r>
          </a:p>
          <a:p>
            <a:r>
              <a:rPr lang="en-US" altLang="en-US" sz="1200" i="1">
                <a:latin typeface="Helvetica" pitchFamily="2" charset="0"/>
              </a:rPr>
              <a:t>programs</a:t>
            </a:r>
          </a:p>
          <a:p>
            <a:r>
              <a:rPr lang="en-US" altLang="en-US" sz="1200" i="1">
                <a:latin typeface="Helvetica" pitchFamily="2" charset="0"/>
              </a:rPr>
              <a:t>(binary)</a:t>
            </a:r>
          </a:p>
        </p:txBody>
      </p:sp>
      <p:sp>
        <p:nvSpPr>
          <p:cNvPr id="36883" name="Text Box 405">
            <a:extLst>
              <a:ext uri="{FF2B5EF4-FFF2-40B4-BE49-F238E27FC236}">
                <a16:creationId xmlns:a16="http://schemas.microsoft.com/office/drawing/2014/main" id="{82D9DE50-5C47-984A-A08C-6DFB30F21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3186113"/>
            <a:ext cx="9350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latin typeface="Helvetica" pitchFamily="2" charset="0"/>
              </a:rPr>
              <a:t>Executable</a:t>
            </a:r>
          </a:p>
          <a:p>
            <a:r>
              <a:rPr lang="en-US" altLang="en-US" sz="1200" i="1">
                <a:latin typeface="Helvetica" pitchFamily="2" charset="0"/>
              </a:rPr>
              <a:t>object</a:t>
            </a:r>
          </a:p>
          <a:p>
            <a:r>
              <a:rPr lang="en-US" altLang="en-US" sz="1200" i="1">
                <a:latin typeface="Helvetica" pitchFamily="2" charset="0"/>
              </a:rPr>
              <a:t>program</a:t>
            </a:r>
          </a:p>
          <a:p>
            <a:r>
              <a:rPr lang="en-US" altLang="en-US" sz="1200" i="1">
                <a:latin typeface="Helvetica" pitchFamily="2" charset="0"/>
              </a:rPr>
              <a:t>(binary)</a:t>
            </a:r>
          </a:p>
        </p:txBody>
      </p:sp>
      <p:sp>
        <p:nvSpPr>
          <p:cNvPr id="36884" name="Line 406">
            <a:extLst>
              <a:ext uri="{FF2B5EF4-FFF2-40B4-BE49-F238E27FC236}">
                <a16:creationId xmlns:a16="http://schemas.microsoft.com/office/drawing/2014/main" id="{476FB54C-4BD3-6149-8C83-11C15D0F3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408238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Text Box 407">
            <a:extLst>
              <a:ext uri="{FF2B5EF4-FFF2-40B4-BE49-F238E27FC236}">
                <a16:creationId xmlns:a16="http://schemas.microsoft.com/office/drawing/2014/main" id="{1AD84EBF-8C7B-284E-8C4E-1839B61C3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209800"/>
            <a:ext cx="920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printf.o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3FE84A-3DF0-A34D-9216-CC674A6F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sz="3600" dirty="0">
                <a:latin typeface="+mj-lt"/>
                <a:ea typeface="굴림" charset="0"/>
                <a:cs typeface="굴림" charset="0"/>
              </a:rPr>
              <a:t>Assembly Example</a:t>
            </a:r>
            <a:endParaRPr lang="en-US" sz="3600" dirty="0">
              <a:latin typeface="+mj-lt"/>
            </a:endParaRP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9C4A98C2-A71E-1646-9A9C-721591A38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95400"/>
            <a:ext cx="7391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b="0">
                <a:latin typeface="Helvetica" pitchFamily="2" charset="0"/>
              </a:rPr>
              <a:t>Compute the class average</a:t>
            </a:r>
          </a:p>
        </p:txBody>
      </p:sp>
      <p:sp>
        <p:nvSpPr>
          <p:cNvPr id="37891" name="TextBox 1">
            <a:extLst>
              <a:ext uri="{FF2B5EF4-FFF2-40B4-BE49-F238E27FC236}">
                <a16:creationId xmlns:a16="http://schemas.microsoft.com/office/drawing/2014/main" id="{053C62AA-D3A0-E946-93E8-0F48926D5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63738"/>
            <a:ext cx="716280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>
                <a:latin typeface="Helvetica" pitchFamily="2" charset="0"/>
              </a:rPr>
              <a:t>total = 0</a:t>
            </a:r>
          </a:p>
          <a:p>
            <a:r>
              <a:rPr lang="en-US" altLang="en-US" sz="2000" b="0">
                <a:latin typeface="Helvetica" pitchFamily="2" charset="0"/>
              </a:rPr>
              <a:t>counter = 0</a:t>
            </a:r>
          </a:p>
          <a:p>
            <a:endParaRPr lang="en-US" altLang="en-US" sz="2000" b="0">
              <a:latin typeface="Helvetica" pitchFamily="2" charset="0"/>
            </a:endParaRPr>
          </a:p>
          <a:p>
            <a:r>
              <a:rPr lang="en-US" altLang="en-US" sz="2000" b="0">
                <a:latin typeface="Helvetica" pitchFamily="2" charset="0"/>
              </a:rPr>
              <a:t>while grades[counter] &gt;=0:</a:t>
            </a:r>
          </a:p>
          <a:p>
            <a:r>
              <a:rPr lang="en-US" altLang="en-US" sz="2000" b="0">
                <a:latin typeface="Helvetica" pitchFamily="2" charset="0"/>
              </a:rPr>
              <a:t>	total = total + grades[counter]</a:t>
            </a:r>
          </a:p>
          <a:p>
            <a:r>
              <a:rPr lang="en-US" altLang="en-US" sz="2000" b="0">
                <a:latin typeface="Helvetica" pitchFamily="2" charset="0"/>
              </a:rPr>
              <a:t>	counter = counter+1</a:t>
            </a:r>
          </a:p>
          <a:p>
            <a:endParaRPr lang="en-US" altLang="en-US" sz="2000" b="0">
              <a:latin typeface="Helvetica" pitchFamily="2" charset="0"/>
            </a:endParaRPr>
          </a:p>
          <a:p>
            <a:r>
              <a:rPr lang="en-US" altLang="en-US" sz="2000" b="0">
                <a:latin typeface="Helvetica" pitchFamily="2" charset="0"/>
              </a:rPr>
              <a:t>if counter &gt; 0:</a:t>
            </a:r>
          </a:p>
          <a:p>
            <a:r>
              <a:rPr lang="en-US" altLang="en-US" sz="2000" b="0">
                <a:latin typeface="Helvetica" pitchFamily="2" charset="0"/>
              </a:rPr>
              <a:t>	average = total/counter</a:t>
            </a:r>
          </a:p>
          <a:p>
            <a:r>
              <a:rPr lang="en-US" altLang="en-US" sz="2000" b="0">
                <a:latin typeface="Helvetica" pitchFamily="2" charset="0"/>
              </a:rPr>
              <a:t>	print average</a:t>
            </a:r>
          </a:p>
          <a:p>
            <a:r>
              <a:rPr lang="en-US" altLang="en-US" sz="2000" b="0">
                <a:latin typeface="Helvetica" pitchFamily="2" charset="0"/>
              </a:rPr>
              <a:t>else:</a:t>
            </a:r>
          </a:p>
          <a:p>
            <a:r>
              <a:rPr lang="en-US" altLang="en-US" sz="2000" b="0">
                <a:latin typeface="Helvetica" pitchFamily="2" charset="0"/>
              </a:rPr>
              <a:t>	print 'no grades were entered'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">
            <a:extLst>
              <a:ext uri="{FF2B5EF4-FFF2-40B4-BE49-F238E27FC236}">
                <a16:creationId xmlns:a16="http://schemas.microsoft.com/office/drawing/2014/main" id="{3F0CCC70-1797-2145-BF8B-F31CDEC8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990600"/>
            <a:ext cx="4191000" cy="5078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total = 0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counter = 0</a:t>
            </a:r>
          </a:p>
          <a:p>
            <a:endParaRPr lang="en-US" altLang="en-US" sz="2000" b="0" dirty="0">
              <a:solidFill>
                <a:schemeClr val="bg1">
                  <a:lumMod val="65000"/>
                </a:schemeClr>
              </a:solidFill>
              <a:latin typeface="Helvetica" pitchFamily="2" charset="0"/>
            </a:endParaRP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while grades[counter] &gt;=0: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	total = total + grades[counter]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	counter = counter+1</a:t>
            </a:r>
          </a:p>
          <a:p>
            <a:endParaRPr lang="en-US" altLang="en-US" sz="2000" b="0" dirty="0">
              <a:solidFill>
                <a:schemeClr val="bg1">
                  <a:lumMod val="65000"/>
                </a:schemeClr>
              </a:solidFill>
              <a:latin typeface="Helvetica" pitchFamily="2" charset="0"/>
            </a:endParaRPr>
          </a:p>
          <a:p>
            <a:endParaRPr lang="en-US" altLang="en-US" sz="2000" b="0" dirty="0">
              <a:solidFill>
                <a:schemeClr val="bg1">
                  <a:lumMod val="65000"/>
                </a:schemeClr>
              </a:solidFill>
              <a:latin typeface="Helvetica" pitchFamily="2" charset="0"/>
            </a:endParaRP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if counter &gt; 0: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	average = total/counter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	print average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else:</a:t>
            </a:r>
          </a:p>
          <a:p>
            <a:r>
              <a:rPr lang="en-US" altLang="en-US" sz="2000" b="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	print 'no grades were entered'</a:t>
            </a:r>
          </a:p>
          <a:p>
            <a:endParaRPr lang="en-US" altLang="en-US" dirty="0"/>
          </a:p>
        </p:txBody>
      </p:sp>
      <p:sp>
        <p:nvSpPr>
          <p:cNvPr id="38914" name="TextBox 2">
            <a:extLst>
              <a:ext uri="{FF2B5EF4-FFF2-40B4-BE49-F238E27FC236}">
                <a16:creationId xmlns:a16="http://schemas.microsoft.com/office/drawing/2014/main" id="{00DE95E0-179D-6540-B50D-26E71B56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990600"/>
            <a:ext cx="4800600" cy="480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>
                <a:latin typeface="Helvetica" pitchFamily="2" charset="0"/>
              </a:rPr>
              <a:t>	Reg1 = 0</a:t>
            </a:r>
          </a:p>
          <a:p>
            <a:r>
              <a:rPr lang="en-US" altLang="en-US" sz="1800" b="0">
                <a:latin typeface="Helvetica" pitchFamily="2" charset="0"/>
              </a:rPr>
              <a:t>	Reg2 = 0</a:t>
            </a:r>
          </a:p>
          <a:p>
            <a:endParaRPr lang="en-US" altLang="en-US" sz="1800" b="0">
              <a:latin typeface="Helvetica" pitchFamily="2" charset="0"/>
            </a:endParaRPr>
          </a:p>
          <a:p>
            <a:r>
              <a:rPr lang="en-US" altLang="en-US" sz="1800" b="0">
                <a:latin typeface="Helvetica" pitchFamily="2" charset="0"/>
              </a:rPr>
              <a:t>Rept:</a:t>
            </a:r>
          </a:p>
          <a:p>
            <a:r>
              <a:rPr lang="en-US" altLang="en-US" sz="1800" b="0">
                <a:latin typeface="Helvetica" pitchFamily="2" charset="0"/>
              </a:rPr>
              <a:t>	If (grades[Reg2]&lt;0) </a:t>
            </a:r>
            <a:r>
              <a:rPr lang="en-US" altLang="en-US" sz="1800" b="0">
                <a:solidFill>
                  <a:srgbClr val="FF0000"/>
                </a:solidFill>
                <a:latin typeface="Helvetica" pitchFamily="2" charset="0"/>
              </a:rPr>
              <a:t>goto</a:t>
            </a:r>
            <a:r>
              <a:rPr lang="en-US" altLang="en-US" sz="1800" b="0">
                <a:latin typeface="Helvetica" pitchFamily="2" charset="0"/>
              </a:rPr>
              <a:t> Sum_done</a:t>
            </a:r>
          </a:p>
          <a:p>
            <a:r>
              <a:rPr lang="en-US" altLang="en-US" sz="1800" b="0">
                <a:latin typeface="Helvetica" pitchFamily="2" charset="0"/>
              </a:rPr>
              <a:t>	Add Reg1, Reg1, grades[Reg2]</a:t>
            </a:r>
          </a:p>
          <a:p>
            <a:r>
              <a:rPr lang="en-US" altLang="en-US" sz="1800" b="0">
                <a:latin typeface="Helvetica" pitchFamily="2" charset="0"/>
              </a:rPr>
              <a:t>	Add Reg2, 1, Reg2</a:t>
            </a:r>
          </a:p>
          <a:p>
            <a:r>
              <a:rPr lang="en-US" altLang="en-US" sz="1800" b="0">
                <a:latin typeface="Helvetica" pitchFamily="2" charset="0"/>
              </a:rPr>
              <a:t>	</a:t>
            </a:r>
            <a:r>
              <a:rPr lang="en-US" altLang="en-US" sz="1800" b="0">
                <a:solidFill>
                  <a:srgbClr val="FF0000"/>
                </a:solidFill>
                <a:latin typeface="Helvetica" pitchFamily="2" charset="0"/>
              </a:rPr>
              <a:t>goto</a:t>
            </a:r>
            <a:r>
              <a:rPr lang="en-US" altLang="en-US" sz="1800" b="0">
                <a:latin typeface="Helvetica" pitchFamily="2" charset="0"/>
              </a:rPr>
              <a:t> Rept</a:t>
            </a:r>
          </a:p>
          <a:p>
            <a:endParaRPr lang="en-US" altLang="en-US" sz="1800" b="0">
              <a:latin typeface="Helvetica" pitchFamily="2" charset="0"/>
            </a:endParaRPr>
          </a:p>
          <a:p>
            <a:r>
              <a:rPr lang="en-US" altLang="en-US" sz="1800" b="0">
                <a:latin typeface="Helvetica" pitchFamily="2" charset="0"/>
              </a:rPr>
              <a:t>Sum_done:</a:t>
            </a:r>
          </a:p>
          <a:p>
            <a:r>
              <a:rPr lang="en-US" altLang="en-US" sz="1800" b="0">
                <a:latin typeface="Helvetica" pitchFamily="2" charset="0"/>
              </a:rPr>
              <a:t>	if (counter &lt;= 0) </a:t>
            </a:r>
            <a:r>
              <a:rPr lang="en-US" altLang="en-US" sz="1800" b="0">
                <a:solidFill>
                  <a:srgbClr val="FF0000"/>
                </a:solidFill>
                <a:latin typeface="Helvetica" pitchFamily="2" charset="0"/>
              </a:rPr>
              <a:t>goto</a:t>
            </a:r>
            <a:r>
              <a:rPr lang="en-US" altLang="en-US" sz="1800" b="0">
                <a:latin typeface="Helvetica" pitchFamily="2" charset="0"/>
              </a:rPr>
              <a:t> Done</a:t>
            </a:r>
          </a:p>
          <a:p>
            <a:r>
              <a:rPr lang="en-US" altLang="en-US" sz="1800" b="0">
                <a:latin typeface="Helvetica" pitchFamily="2" charset="0"/>
              </a:rPr>
              <a:t>	average = Reg1/Reg2</a:t>
            </a:r>
          </a:p>
          <a:p>
            <a:r>
              <a:rPr lang="en-US" altLang="en-US" sz="1800" b="0">
                <a:latin typeface="Helvetica" pitchFamily="2" charset="0"/>
              </a:rPr>
              <a:t>	print average</a:t>
            </a:r>
          </a:p>
          <a:p>
            <a:r>
              <a:rPr lang="en-US" altLang="en-US" sz="1800" b="0">
                <a:latin typeface="Helvetica" pitchFamily="2" charset="0"/>
              </a:rPr>
              <a:t>	</a:t>
            </a:r>
            <a:r>
              <a:rPr lang="en-US" altLang="en-US" sz="1800" b="0">
                <a:solidFill>
                  <a:srgbClr val="FF0000"/>
                </a:solidFill>
                <a:latin typeface="Helvetica" pitchFamily="2" charset="0"/>
              </a:rPr>
              <a:t>goto</a:t>
            </a:r>
            <a:r>
              <a:rPr lang="en-US" altLang="en-US" sz="1800" b="0">
                <a:latin typeface="Helvetica" pitchFamily="2" charset="0"/>
              </a:rPr>
              <a:t> Exit</a:t>
            </a:r>
          </a:p>
          <a:p>
            <a:r>
              <a:rPr lang="en-US" altLang="en-US" sz="1800" b="0">
                <a:latin typeface="Helvetica" pitchFamily="2" charset="0"/>
              </a:rPr>
              <a:t>Done:</a:t>
            </a:r>
          </a:p>
          <a:p>
            <a:r>
              <a:rPr lang="en-US" altLang="en-US" sz="1800" b="0">
                <a:latin typeface="Helvetica" pitchFamily="2" charset="0"/>
              </a:rPr>
              <a:t>	print 'no grades were entered'</a:t>
            </a:r>
          </a:p>
          <a:p>
            <a:r>
              <a:rPr lang="en-US" altLang="en-US" sz="1800" b="0">
                <a:latin typeface="Helvetica" pitchFamily="2" charset="0"/>
              </a:rPr>
              <a:t>Exit: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Box 2">
            <a:extLst>
              <a:ext uri="{FF2B5EF4-FFF2-40B4-BE49-F238E27FC236}">
                <a16:creationId xmlns:a16="http://schemas.microsoft.com/office/drawing/2014/main" id="{914B3029-24F6-4245-8470-4C4D1BB3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9600"/>
            <a:ext cx="4495800" cy="59404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>
                <a:latin typeface="Helvetica" pitchFamily="2" charset="0"/>
              </a:rPr>
              <a:t>	Reg1 = 0</a:t>
            </a:r>
          </a:p>
          <a:p>
            <a:r>
              <a:rPr lang="en-US" altLang="en-US" sz="2000" b="0">
                <a:latin typeface="Helvetica" pitchFamily="2" charset="0"/>
              </a:rPr>
              <a:t>	Reg2 = 0</a:t>
            </a:r>
          </a:p>
          <a:p>
            <a:endParaRPr lang="en-US" altLang="en-US" sz="2000" b="0">
              <a:latin typeface="Helvetica" pitchFamily="2" charset="0"/>
            </a:endParaRPr>
          </a:p>
          <a:p>
            <a:r>
              <a:rPr lang="en-US" altLang="en-US" sz="2000" b="0">
                <a:latin typeface="Helvetica" pitchFamily="2" charset="0"/>
              </a:rPr>
              <a:t>Rept:	Reg3 = grades[Reg2]</a:t>
            </a:r>
          </a:p>
          <a:p>
            <a:r>
              <a:rPr lang="en-US" altLang="en-US" sz="2000" b="0">
                <a:latin typeface="Helvetica" pitchFamily="2" charset="0"/>
              </a:rPr>
              <a:t>	Compare(Reg3, 0)</a:t>
            </a:r>
          </a:p>
          <a:p>
            <a:r>
              <a:rPr lang="en-US" altLang="en-US" sz="2000" b="0">
                <a:latin typeface="Helvetica" pitchFamily="2" charset="0"/>
              </a:rPr>
              <a:t>	Branch(LT) to Sum_done</a:t>
            </a:r>
          </a:p>
          <a:p>
            <a:r>
              <a:rPr lang="en-US" altLang="en-US" sz="2000" b="0">
                <a:latin typeface="Helvetica" pitchFamily="2" charset="0"/>
              </a:rPr>
              <a:t>	Add Reg1, Reg1, Reg[3]</a:t>
            </a:r>
          </a:p>
          <a:p>
            <a:r>
              <a:rPr lang="en-US" altLang="en-US" sz="2000" b="0">
                <a:latin typeface="Helvetica" pitchFamily="2" charset="0"/>
              </a:rPr>
              <a:t>	Add Reg2, 1, Reg2</a:t>
            </a:r>
          </a:p>
          <a:p>
            <a:r>
              <a:rPr lang="en-US" altLang="en-US" sz="2000" b="0">
                <a:latin typeface="Helvetica" pitchFamily="2" charset="0"/>
              </a:rPr>
              <a:t>	goto Rept</a:t>
            </a:r>
          </a:p>
          <a:p>
            <a:endParaRPr lang="en-US" altLang="en-US" sz="2000" b="0">
              <a:latin typeface="Helvetica" pitchFamily="2" charset="0"/>
            </a:endParaRPr>
          </a:p>
          <a:p>
            <a:r>
              <a:rPr lang="en-US" altLang="en-US" sz="2000" b="0">
                <a:latin typeface="Helvetica" pitchFamily="2" charset="0"/>
              </a:rPr>
              <a:t>Sum_done:</a:t>
            </a:r>
          </a:p>
          <a:p>
            <a:r>
              <a:rPr lang="en-US" altLang="en-US" sz="2000" b="0">
                <a:latin typeface="Helvetica" pitchFamily="2" charset="0"/>
              </a:rPr>
              <a:t>	Compare(Reg2,0)</a:t>
            </a:r>
          </a:p>
          <a:p>
            <a:r>
              <a:rPr lang="en-US" altLang="en-US" sz="2000" b="0">
                <a:latin typeface="Helvetica" pitchFamily="2" charset="0"/>
              </a:rPr>
              <a:t>	Branch(LE) to Done</a:t>
            </a:r>
          </a:p>
          <a:p>
            <a:r>
              <a:rPr lang="en-US" altLang="en-US" sz="2000" b="0">
                <a:latin typeface="Helvetica" pitchFamily="2" charset="0"/>
              </a:rPr>
              <a:t>	Reg3 = Reg1/Reg2</a:t>
            </a:r>
          </a:p>
          <a:p>
            <a:r>
              <a:rPr lang="en-US" altLang="en-US" sz="2000" b="0">
                <a:latin typeface="Helvetica" pitchFamily="2" charset="0"/>
              </a:rPr>
              <a:t>	print Reg3</a:t>
            </a:r>
          </a:p>
          <a:p>
            <a:r>
              <a:rPr lang="en-US" altLang="en-US" sz="2000" b="0">
                <a:latin typeface="Helvetica" pitchFamily="2" charset="0"/>
              </a:rPr>
              <a:t>	goto Exit</a:t>
            </a:r>
          </a:p>
          <a:p>
            <a:r>
              <a:rPr lang="en-US" altLang="en-US" sz="2000" b="0">
                <a:latin typeface="Helvetica" pitchFamily="2" charset="0"/>
              </a:rPr>
              <a:t>Done:</a:t>
            </a:r>
          </a:p>
          <a:p>
            <a:r>
              <a:rPr lang="en-US" altLang="en-US" sz="2000" b="0">
                <a:latin typeface="Helvetica" pitchFamily="2" charset="0"/>
              </a:rPr>
              <a:t>	print 'no grades were entered'</a:t>
            </a:r>
          </a:p>
          <a:p>
            <a:r>
              <a:rPr lang="en-US" altLang="en-US" sz="2000" b="0">
                <a:latin typeface="Helvetica" pitchFamily="2" charset="0"/>
              </a:rPr>
              <a:t>Exit:</a:t>
            </a:r>
          </a:p>
        </p:txBody>
      </p:sp>
      <p:sp>
        <p:nvSpPr>
          <p:cNvPr id="37890" name="TextBox 3">
            <a:extLst>
              <a:ext uri="{FF2B5EF4-FFF2-40B4-BE49-F238E27FC236}">
                <a16:creationId xmlns:a16="http://schemas.microsoft.com/office/drawing/2014/main" id="{0512E3EC-85A0-3341-9386-C9E9B0105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5950"/>
            <a:ext cx="4772026" cy="59093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/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Reg1 = 0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Reg2 = 0</a:t>
            </a:r>
          </a:p>
          <a:p>
            <a:pPr>
              <a:defRPr/>
            </a:pP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Rept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: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If (grades[Reg2]&lt;0)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goto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Sum_done</a:t>
            </a: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</a:t>
            </a:r>
          </a:p>
          <a:p>
            <a:pPr>
              <a:defRPr/>
            </a:pP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Add Reg1, Reg1, grades[Reg2]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Add Reg2, 1, Reg2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goto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Rept</a:t>
            </a: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Sum_done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: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if (counter &lt;= 0)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goto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 Done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</a:t>
            </a:r>
          </a:p>
          <a:p>
            <a:pPr>
              <a:defRPr/>
            </a:pPr>
            <a:endParaRPr lang="en-US" sz="1800" b="0" dirty="0">
              <a:solidFill>
                <a:schemeClr val="bg1">
                  <a:lumMod val="65000"/>
                </a:schemeClr>
              </a:solidFill>
              <a:latin typeface="Helvetica" charset="0"/>
              <a:cs typeface="Helvetica" charset="0"/>
            </a:endParaRPr>
          </a:p>
          <a:p>
            <a:pPr>
              <a:defRPr/>
            </a:pPr>
            <a:r>
              <a:rPr lang="en-US" sz="1800" b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average 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= Reg1/Reg2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print average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goto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 Exit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Done: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	print 'no grades were entered’</a:t>
            </a:r>
          </a:p>
          <a:p>
            <a:pPr>
              <a:defRPr/>
            </a:pP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Exit: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reeze">
    <a:dk1>
      <a:sysClr val="windowText" lastClr="000000"/>
    </a:dk1>
    <a:lt1>
      <a:sysClr val="window" lastClr="FFFFFF"/>
    </a:lt1>
    <a:dk2>
      <a:srgbClr val="09213B"/>
    </a:dk2>
    <a:lt2>
      <a:srgbClr val="D5EDF4"/>
    </a:lt2>
    <a:accent1>
      <a:srgbClr val="2C7C9F"/>
    </a:accent1>
    <a:accent2>
      <a:srgbClr val="244A58"/>
    </a:accent2>
    <a:accent3>
      <a:srgbClr val="E2751D"/>
    </a:accent3>
    <a:accent4>
      <a:srgbClr val="FFB400"/>
    </a:accent4>
    <a:accent5>
      <a:srgbClr val="7EB606"/>
    </a:accent5>
    <a:accent6>
      <a:srgbClr val="C00000"/>
    </a:accent6>
    <a:hlink>
      <a:srgbClr val="7030A0"/>
    </a:hlink>
    <a:folHlink>
      <a:srgbClr val="00B0F0"/>
    </a:folHlink>
  </a:clrScheme>
  <a:fontScheme name="Breeze">
    <a:majorFont>
      <a:latin typeface="News Gothic MT"/>
      <a:ea typeface=""/>
      <a:cs typeface=""/>
      <a:font script="Jpan" typeface="ＭＳ Ｐゴシック"/>
      <a:font script="Hans" typeface="宋体"/>
      <a:font script="Hant" typeface="新細明體"/>
    </a:majorFont>
    <a:minorFont>
      <a:latin typeface="News Gothic MT"/>
      <a:ea typeface=""/>
      <a:cs typeface=""/>
      <a:font script="Jpan" typeface="ＭＳ Ｐゴシック"/>
      <a:font script="Hans" typeface="宋体"/>
      <a:font script="Hant" typeface="新細明體"/>
    </a:minorFont>
  </a:fontScheme>
  <a:fmtScheme name="Breeze">
    <a:fillStyleLst>
      <a:solidFill>
        <a:schemeClr val="phClr"/>
      </a:solidFill>
      <a:gradFill rotWithShape="1">
        <a:gsLst>
          <a:gs pos="31000">
            <a:schemeClr val="phClr">
              <a:tint val="100000"/>
              <a:shade val="100000"/>
              <a:satMod val="120000"/>
            </a:schemeClr>
          </a:gs>
          <a:gs pos="100000">
            <a:schemeClr val="phClr">
              <a:tint val="50000"/>
              <a:satMod val="150000"/>
            </a:schemeClr>
          </a:gs>
        </a:gsLst>
        <a:lin ang="5400000" scaled="1"/>
      </a:gradFill>
      <a:gradFill rotWithShape="1">
        <a:gsLst>
          <a:gs pos="0">
            <a:schemeClr val="phClr">
              <a:shade val="100000"/>
              <a:satMod val="120000"/>
            </a:schemeClr>
          </a:gs>
          <a:gs pos="69000">
            <a:schemeClr val="phClr">
              <a:tint val="80000"/>
              <a:shade val="100000"/>
              <a:satMod val="150000"/>
            </a:schemeClr>
          </a:gs>
          <a:gs pos="100000">
            <a:schemeClr val="phClr">
              <a:tint val="50000"/>
              <a:shade val="100000"/>
              <a:satMod val="150000"/>
            </a:schemeClr>
          </a:gs>
        </a:gsLst>
        <a:path path="circle">
          <a:fillToRect l="100000" t="100000" r="100000" b="100000"/>
        </a:path>
      </a:gradFill>
    </a:fillStyleLst>
    <a:lnStyleLst>
      <a:ln w="12700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dbl" algn="ctr">
        <a:solidFill>
          <a:schemeClr val="phClr"/>
        </a:solidFill>
        <a:prstDash val="solid"/>
      </a:ln>
      <a:ln w="31750" cap="flat" cmpd="dbl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a:effectStyle>
      <a:effectStyle>
        <a:effectLst>
          <a:innerShdw blurRad="127000" dist="25400" dir="13500000">
            <a:srgbClr val="C0C0C0">
              <a:alpha val="75000"/>
            </a:srgbClr>
          </a:innerShdw>
          <a:outerShdw blurRad="88900" dist="25400" dir="5400000" sx="102000" sy="102000" algn="ctr" rotWithShape="0">
            <a:srgbClr val="C0C0C0">
              <a:alpha val="40000"/>
            </a:srgbClr>
          </a:outerShdw>
        </a:effectLst>
        <a:scene3d>
          <a:camera prst="perspectiveLeft" fov="300000"/>
          <a:lightRig rig="soft" dir="l">
            <a:rot lat="0" lon="0" rev="4200000"/>
          </a:lightRig>
        </a:scene3d>
        <a:sp3d extrusionH="38100" prstMaterial="powder">
          <a:bevelT w="50800" h="88900" prst="convex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blipFill rotWithShape="1">
        <a:blip xmlns:r="http://schemas.openxmlformats.org/officeDocument/2006/relationships" r:embed="rId1">
          <a:duotone>
            <a:schemeClr val="phClr">
              <a:shade val="40000"/>
              <a:satMod val="400000"/>
            </a:schemeClr>
            <a:schemeClr val="phClr">
              <a:tint val="10000"/>
              <a:satMod val="200000"/>
            </a:schemeClr>
          </a:duotone>
        </a:blip>
        <a:stretch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936</TotalTime>
  <Words>1090</Words>
  <Application>Microsoft Macintosh PowerPoint</Application>
  <PresentationFormat>On-screen Show (4:3)</PresentationFormat>
  <Paragraphs>328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굴림</vt:lpstr>
      <vt:lpstr>ＭＳ Ｐゴシック</vt:lpstr>
      <vt:lpstr>Arial</vt:lpstr>
      <vt:lpstr>Calibri</vt:lpstr>
      <vt:lpstr>Courier New</vt:lpstr>
      <vt:lpstr>Geneva</vt:lpstr>
      <vt:lpstr>Helvetica</vt:lpstr>
      <vt:lpstr>Monaco</vt:lpstr>
      <vt:lpstr>News Gothic MT</vt:lpstr>
      <vt:lpstr>Times</vt:lpstr>
      <vt:lpstr>Wingdings</vt:lpstr>
      <vt:lpstr>Wingdings 2</vt:lpstr>
      <vt:lpstr>Breeze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116</cp:revision>
  <dcterms:created xsi:type="dcterms:W3CDTF">2004-01-20T22:43:44Z</dcterms:created>
  <dcterms:modified xsi:type="dcterms:W3CDTF">2019-10-23T20:06:18Z</dcterms:modified>
</cp:coreProperties>
</file>